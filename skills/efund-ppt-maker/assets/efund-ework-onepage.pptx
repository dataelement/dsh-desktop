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9144000" cy="5148263"/>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snapToGrid="0">
      <p:cViewPr varScale="1">
        <p:scale>
          <a:sx n="142" d="100"/>
          <a:sy n="142" d="100"/>
        </p:scale>
        <p:origin x="92" y="1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_业务介绍">
    <p:spTree>
      <p:nvGrpSpPr>
        <p:cNvPr id="1" name=""/>
        <p:cNvGrpSpPr/>
        <p:nvPr/>
      </p:nvGrpSpPr>
      <p:grpSpPr>
        <a:xfrm>
          <a:off x="0" y="0"/>
          <a:ext cx="0" cy="0"/>
          <a:chOff x="0" y="0"/>
          <a:chExt cx="0" cy="0"/>
        </a:xfrm>
      </p:grpSpPr>
      <p:pic>
        <p:nvPicPr>
          <p:cNvPr id="18" name="Picture 2"/>
          <p:cNvPicPr>
            <a:picLocks noChangeAspect="1"/>
          </p:cNvPicPr>
          <p:nvPr/>
        </p:nvPicPr>
        <p:blipFill>
          <a:blip r:embed="rId2"/>
          <a:stretch>
            <a:fillRect/>
          </a:stretch>
        </p:blipFill>
        <p:spPr>
          <a:xfrm>
            <a:off x="0" y="4355783"/>
            <a:ext cx="9144000" cy="792480"/>
          </a:xfrm>
          <a:prstGeom prst="rect">
            <a:avLst/>
          </a:prstGeom>
        </p:spPr>
      </p:pic>
      <p:sp>
        <p:nvSpPr>
          <p:cNvPr id="9102" name="品牌实心色块"/>
          <p:cNvSpPr/>
          <p:nvPr/>
        </p:nvSpPr>
        <p:spPr>
          <a:xfrm>
            <a:off x="6912769" y="0"/>
            <a:ext cx="2231231" cy="4367213"/>
          </a:xfrm>
          <a:prstGeom prst="rect">
            <a:avLst/>
          </a:prstGeom>
          <a:solidFill>
            <a:srgbClr val="005096"/>
          </a:solidFill>
          <a:ln>
            <a:noFill/>
          </a:ln>
        </p:spPr>
        <p:txBody>
          <a:bodyPr/>
          <a:lstStyle/>
          <a:p/>
        </p:txBody>
      </p:sp>
      <p:sp>
        <p:nvSpPr>
          <p:cNvPr id="14" name="Rectangle 22">
            <a:extLst>
              <a:ext uri="{FF2B5EF4-FFF2-40B4-BE49-F238E27FC236}">
                <a16:creationId xmlns:a16="http://schemas.microsoft.com/office/drawing/2014/main" id="{47645494-89C7-4049-91BC-EA9802D8395A}"/>
              </a:ext>
            </a:extLst>
          </p:cNvPr>
          <p:cNvSpPr>
            <a:spLocks noGrp="1"/>
          </p:cNvSpPr>
          <p:nvPr>
            <p:ph idx="1" hasCustomPrompt="1"/>
          </p:nvPr>
        </p:nvSpPr>
        <p:spPr>
          <a:xfrm>
            <a:off x="362992" y="1269425"/>
            <a:ext cx="4632341" cy="1753197"/>
          </a:xfrm>
          <a:prstGeom prst="rect">
            <a:avLst/>
          </a:prstGeom>
          <a:noFill/>
          <a:ln>
            <a:noFill/>
          </a:ln>
        </p:spPr>
        <p:txBody>
          <a:bodyPr vert="horz" wrap="square" lIns="0" tIns="0" rIns="0" bIns="0" anchor="t"/>
          <a:lstStyle>
            <a:lvl1pPr marL="0" indent="0" algn="l">
              <a:lnSpc>
                <a:spcPts val="3300"/>
              </a:lnSpc>
              <a:buFontTx/>
              <a:buNone/>
              <a:defRPr sz="2800" b="1" i="0">
                <a:solidFill>
                  <a:schemeClr val="tx1"/>
                </a:solidFill>
                <a:latin typeface="华文黑体_易方达"/>
                <a:ea typeface="华文黑体_易方达"/>
                <a:cs typeface="华文黑体_易方达"/>
              </a:defRPr>
            </a:lvl1pPr>
            <a:lvl2pPr algn="l">
              <a:lnSpc>
                <a:spcPts val="3000"/>
              </a:lnSpc>
              <a:buFontTx/>
              <a:buNone/>
              <a:defRPr sz="1300" b="0" i="0">
                <a:solidFill>
                  <a:schemeClr val="tx1"/>
                </a:solidFill>
              </a:defRPr>
            </a:lvl2pPr>
            <a:lvl3pPr>
              <a:buFontTx/>
              <a:buNone/>
              <a:defRPr/>
            </a:lvl3pPr>
            <a:lvl4pPr>
              <a:buFontTx/>
              <a:buNone/>
              <a:defRPr/>
            </a:lvl4pPr>
            <a:lvl5pPr>
              <a:buFontTx/>
              <a:buNone/>
              <a:defRPr/>
            </a:lvl5pPr>
          </a:lstStyle>
          <a:p>
            <a:pPr>
              <a:buNone/>
            </a:pPr>
            <a:r>
              <a:t>单击此处编辑母版标题样式</a:t>
            </a:r>
          </a:p>
        </p:txBody>
      </p:sp>
      <p:pic>
        <p:nvPicPr>
          <p:cNvPr id="21" name="Picture 3"/>
          <p:cNvPicPr>
            <a:picLocks noChangeAspect="1"/>
          </p:cNvPicPr>
          <p:nvPr/>
        </p:nvPicPr>
        <p:blipFill>
          <a:blip r:embed="rId4"/>
          <a:stretch>
            <a:fillRect/>
          </a:stretch>
        </p:blipFill>
        <p:spPr>
          <a:xfrm>
            <a:off x="7390723" y="4598436"/>
            <a:ext cx="1389888" cy="301752"/>
          </a:xfrm>
          <a:prstGeom prst="rect">
            <a:avLst/>
          </a:prstGeom>
        </p:spPr>
      </p:pic>
      <p:sp>
        <p:nvSpPr>
          <p:cNvPr id="9" name="内容占位符 8">
            <a:extLst>
              <a:ext uri="{FF2B5EF4-FFF2-40B4-BE49-F238E27FC236}">
                <a16:creationId xmlns:a16="http://schemas.microsoft.com/office/drawing/2014/main" id="{65C5C451-986D-46DD-B129-0E9C34C41085}"/>
              </a:ext>
            </a:extLst>
          </p:cNvPr>
          <p:cNvSpPr>
            <a:spLocks noGrp="1"/>
          </p:cNvSpPr>
          <p:nvPr>
            <p:ph idx="10"/>
          </p:nvPr>
        </p:nvSpPr>
        <p:spPr>
          <a:xfrm>
            <a:off x="362992" y="3194835"/>
            <a:ext cx="1891110" cy="345807"/>
          </a:xfrm>
        </p:spPr>
        <p:txBody>
          <a:bodyPr/>
          <a:lstStyle>
            <a:lvl1pPr>
              <a:buNone/>
              <a:defRPr sz="1400">
                <a:latin typeface="Arial"/>
                <a:ea typeface="Arial"/>
                <a:cs typeface="Arial"/>
              </a:defRPr>
            </a:lvl1pPr>
          </a:lstStyle>
          <a:p>
            <a:pPr>
              <a:buNone/>
            </a:pPr>
            <a:r>
              <a:t>单击此处编辑母版文本样式</a:t>
            </a:r>
          </a:p>
        </p:txBody>
      </p:sp>
      <p:sp>
        <p:nvSpPr>
          <p:cNvPr id="8" name="矩形 7">
            <a:extLst>
              <a:ext uri="{FF2B5EF4-FFF2-40B4-BE49-F238E27FC236}">
                <a16:creationId xmlns:a16="http://schemas.microsoft.com/office/drawing/2014/main" id="{7C4E63FF-9366-42BF-A90F-E0E73C2AF825}"/>
              </a:ext>
            </a:extLst>
          </p:cNvPr>
          <p:cNvSpPr>
            <a:spLocks noGrp="1"/>
          </p:cNvSpPr>
          <p:nvPr/>
        </p:nvSpPr>
        <p:spPr>
          <a:xfrm>
            <a:off x="267299" y="4442230"/>
            <a:ext cx="6261092" cy="584775"/>
          </a:xfrm>
          <a:prstGeom prst="rect">
            <a:avLst/>
          </a:prstGeom>
        </p:spPr>
        <p:txBody>
          <a:bodyPr wrap="square">
            <a:spAutoFit/>
          </a:bodyPr>
          <a:lstStyle/>
          <a:p>
            <a:r>
              <a:rPr sz="800">
                <a:solidFill>
                  <a:srgbClr val="FFFFFF"/>
                </a:solidFill>
                <a:latin typeface="华文黑体_易方达"/>
                <a:ea typeface="华文黑体_易方达"/>
                <a:cs typeface="华文黑体_易方达"/>
              </a:rPr>
              <a:t>本报告仅供本公司（指易方达基金管理有限公司，下同）内部使用或供机构投资者、销售渠道及其他合作方的具备投资专业知识的工作人员等参考，本报告中的信息或所表述的意见并不构成任何要约或要约邀请，也不构成对任何人的投资建议或收益担保。未经本公司授权，本报告的任何部分均不得以任何方式制作任何形式的拷贝、复印件或复制品；或再次分发、披露给任何第三方；或以任何侵犯本公司版权的其他方式使用。任何本公司以外的机构或个人发送、披露本报告的，则由其自行承担由此产生的全部责任。</a:t>
            </a:r>
          </a:p>
        </p:txBody>
      </p:sp>
      <p:sp>
        <p:nvSpPr>
          <p:cNvPr id="10" name="文本框 9">
            <a:extLst>
              <a:ext uri="{FF2B5EF4-FFF2-40B4-BE49-F238E27FC236}">
                <a16:creationId xmlns:a16="http://schemas.microsoft.com/office/drawing/2014/main" id="{F63F39AC-730F-4F73-99CB-0A737AAD571D}"/>
              </a:ext>
            </a:extLst>
          </p:cNvPr>
          <p:cNvSpPr>
            <a:spLocks noGrp="1"/>
          </p:cNvSpPr>
          <p:nvPr/>
        </p:nvSpPr>
        <p:spPr>
          <a:xfrm>
            <a:off x="267299" y="3897061"/>
            <a:ext cx="2721434" cy="276999"/>
          </a:xfrm>
          <a:prstGeom prst="rect">
            <a:avLst/>
          </a:prstGeom>
          <a:noFill/>
        </p:spPr>
        <p:txBody>
          <a:bodyPr wrap="square">
            <a:spAutoFit/>
          </a:bodyPr>
          <a:lstStyle/>
          <a:p>
            <a:r>
              <a:rPr sz="1200">
                <a:solidFill>
                  <a:srgbClr val="005096"/>
                </a:solidFill>
                <a:latin typeface="华文黑体_易方达"/>
                <a:ea typeface="华文黑体_易方达"/>
                <a:cs typeface="华文黑体_易方达"/>
              </a:rPr>
              <a:t>仅供内部交流讨论，禁止外传</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易方达公司概况">
    <p:spTree>
      <p:nvGrpSpPr>
        <p:cNvPr id="1" name=""/>
        <p:cNvGrpSpPr/>
        <p:nvPr/>
      </p:nvGrpSpPr>
      <p:grpSpPr>
        <a:xfrm>
          <a:off x="0" y="0"/>
          <a:ext cx="0" cy="0"/>
          <a:chOff x="0" y="0"/>
          <a:chExt cx="0" cy="0"/>
        </a:xfrm>
      </p:grpSpPr>
      <p:pic>
        <p:nvPicPr>
          <p:cNvPr id="20" name="Picture 6"/>
          <p:cNvPicPr>
            <a:picLocks noChangeAspect="1"/>
          </p:cNvPicPr>
          <p:nvPr/>
        </p:nvPicPr>
        <p:blipFill>
          <a:blip r:embed="rId2"/>
          <a:stretch>
            <a:fillRect/>
          </a:stretch>
        </p:blipFill>
        <p:spPr>
          <a:xfrm>
            <a:off x="0" y="0"/>
            <a:ext cx="9144000" cy="792480"/>
          </a:xfrm>
          <a:prstGeom prst="rect">
            <a:avLst/>
          </a:prstGeom>
        </p:spPr>
      </p:pic>
      <p:sp>
        <p:nvSpPr>
          <p:cNvPr id="5" name="Rectangle 21">
            <a:extLst>
              <a:ext uri="{FF2B5EF4-FFF2-40B4-BE49-F238E27FC236}">
                <a16:creationId xmlns:a16="http://schemas.microsoft.com/office/drawing/2014/main" id="{FD3628B8-5309-40F7-9973-28E67582CE14}"/>
              </a:ext>
            </a:extLst>
          </p:cNvPr>
          <p:cNvSpPr>
            <a:spLocks noGrp="1"/>
          </p:cNvSpPr>
          <p:nvPr>
            <p:ph type="title" hasCustomPrompt="1"/>
          </p:nvPr>
        </p:nvSpPr>
        <p:spPr>
          <a:xfrm>
            <a:off x="380093" y="1439173"/>
            <a:ext cx="2735640"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1400">
                <a:solidFill>
                  <a:srgbClr val="005096"/>
                </a:solidFill>
                <a:latin typeface="华文黑体_易方达"/>
                <a:ea typeface="华文黑体_易方达"/>
                <a:cs typeface="华文黑体_易方达"/>
              </a:defRPr>
            </a:lvl1pPr>
          </a:lstStyle>
          <a:p>
            <a:pPr>
              <a:buNone/>
            </a:pPr>
            <a:r>
              <a:t>单击此处编辑母版标题样式</a:t>
            </a:r>
          </a:p>
        </p:txBody>
      </p:sp>
      <p:sp>
        <p:nvSpPr>
          <p:cNvPr id="17" name="Rectangle 22">
            <a:extLst>
              <a:ext uri="{FF2B5EF4-FFF2-40B4-BE49-F238E27FC236}">
                <a16:creationId xmlns:a16="http://schemas.microsoft.com/office/drawing/2014/main" id="{E4670AE2-CAC8-4135-B548-A03AED1C7807}"/>
              </a:ext>
            </a:extLst>
          </p:cNvPr>
          <p:cNvSpPr>
            <a:spLocks noGrp="1"/>
          </p:cNvSpPr>
          <p:nvPr>
            <p:ph idx="1" hasCustomPrompt="1"/>
          </p:nvPr>
        </p:nvSpPr>
        <p:spPr>
          <a:xfrm>
            <a:off x="336351" y="2244696"/>
            <a:ext cx="5801981" cy="1181168"/>
          </a:xfrm>
          <a:prstGeom prst="rect">
            <a:avLst/>
          </a:prstGeom>
          <a:noFill/>
          <a:ln>
            <a:noFill/>
          </a:ln>
        </p:spPr>
        <p:txBody>
          <a:bodyPr vert="horz" wrap="square" lIns="0" tIns="0" rIns="0" bIns="0" anchor="t"/>
          <a:lstStyle>
            <a:lvl1pPr marL="0" indent="0" algn="l">
              <a:lnSpc>
                <a:spcPts val="3300"/>
              </a:lnSpc>
              <a:buFontTx/>
              <a:buNone/>
              <a:defRPr sz="2800" b="1" i="0" baseline="0">
                <a:solidFill>
                  <a:srgbClr val="005096"/>
                </a:solidFill>
                <a:latin typeface="华文黑体_易方达"/>
                <a:ea typeface="华文黑体_易方达"/>
                <a:cs typeface="华文黑体_易方达"/>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单击此处编辑母版标题样式</a:t>
            </a:r>
          </a:p>
        </p:txBody>
      </p:sp>
      <p:pic>
        <p:nvPicPr>
          <p:cNvPr id="23" name="Picture 14"/>
          <p:cNvPicPr>
            <a:picLocks noChangeAspect="1"/>
          </p:cNvPicPr>
          <p:nvPr/>
        </p:nvPicPr>
        <p:blipFill>
          <a:blip r:embed="rId3"/>
          <a:stretch>
            <a:fillRect/>
          </a:stretch>
        </p:blipFill>
        <p:spPr>
          <a:xfrm>
            <a:off x="7390723" y="249133"/>
            <a:ext cx="1389888" cy="301752"/>
          </a:xfrm>
          <a:prstGeom prst="rect">
            <a:avLst/>
          </a:prstGeom>
        </p:spPr>
      </p:pic>
      <p:sp>
        <p:nvSpPr>
          <p:cNvPr id="8" name="文本框 7">
            <a:extLst>
              <a:ext uri="{FF2B5EF4-FFF2-40B4-BE49-F238E27FC236}">
                <a16:creationId xmlns:a16="http://schemas.microsoft.com/office/drawing/2014/main" id="{23847E89-EF6F-4B47-B85D-786A43550CC9}"/>
              </a:ext>
            </a:extLst>
          </p:cNvPr>
          <p:cNvSpPr>
            <a:spLocks noGrp="1"/>
          </p:cNvSpPr>
          <p:nvPr/>
        </p:nvSpPr>
        <p:spPr>
          <a:xfrm>
            <a:off x="4118640" y="4755072"/>
            <a:ext cx="2576919" cy="215444"/>
          </a:xfrm>
          <a:prstGeom prst="rect">
            <a:avLst/>
          </a:prstGeom>
          <a:noFill/>
        </p:spPr>
        <p:txBody>
          <a:bodyPr wrap="square">
            <a:spAutoFit/>
          </a:bodyPr>
          <a:lstStyle/>
          <a:p>
            <a:r>
              <a:rPr sz="800">
                <a:solidFill>
                  <a:srgbClr val="3C3C3C"/>
                </a:solidFill>
                <a:latin typeface="Arial"/>
                <a:ea typeface="Arial"/>
                <a:cs typeface="Arial"/>
              </a:rPr>
              <a:t>仅供内部交流讨论，禁止外传</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37" name="Picture 9"/>
          <p:cNvPicPr>
            <a:picLocks noChangeAspect="1"/>
          </p:cNvPicPr>
          <p:nvPr/>
        </p:nvPicPr>
        <p:blipFill>
          <a:blip r:embed="rId2"/>
          <a:stretch>
            <a:fillRect/>
          </a:stretch>
        </p:blipFill>
        <p:spPr>
          <a:xfrm>
            <a:off x="0" y="0"/>
            <a:ext cx="9144000" cy="792480"/>
          </a:xfrm>
          <a:prstGeom prst="rect">
            <a:avLst/>
          </a:prstGeom>
        </p:spPr>
      </p:pic>
      <p:pic>
        <p:nvPicPr>
          <p:cNvPr id="38" name="Picture 10"/>
          <p:cNvPicPr>
            <a:picLocks noChangeAspect="1"/>
          </p:cNvPicPr>
          <p:nvPr/>
        </p:nvPicPr>
        <p:blipFill>
          <a:blip r:embed="rId3"/>
          <a:stretch>
            <a:fillRect/>
          </a:stretch>
        </p:blipFill>
        <p:spPr>
          <a:xfrm>
            <a:off x="7390723" y="249133"/>
            <a:ext cx="1389888" cy="301752"/>
          </a:xfrm>
          <a:prstGeom prst="rect">
            <a:avLst/>
          </a:prstGeom>
        </p:spPr>
      </p:pic>
      <p:sp>
        <p:nvSpPr>
          <p:cNvPr id="33" name="Rectangle 22">
            <a:extLst>
              <a:ext uri="{FF2B5EF4-FFF2-40B4-BE49-F238E27FC236}">
                <a16:creationId xmlns:a16="http://schemas.microsoft.com/office/drawing/2014/main" id="{94BC2829-0275-4CD0-8A0B-A55F3E12CC0C}"/>
              </a:ext>
            </a:extLst>
          </p:cNvPr>
          <p:cNvSpPr>
            <a:spLocks noGrp="1"/>
          </p:cNvSpPr>
          <p:nvPr>
            <p:ph idx="10" hasCustomPrompt="1"/>
          </p:nvPr>
        </p:nvSpPr>
        <p:spPr>
          <a:xfrm>
            <a:off x="360363" y="1296527"/>
            <a:ext cx="8030104" cy="2479218"/>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Arial"/>
                <a:ea typeface="Arial"/>
                <a:cs typeface="Arial"/>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单击此处编辑母版标题样式</a:t>
            </a:r>
            <a:br/>
            <a:endParaRPr/>
          </a:p>
        </p:txBody>
      </p:sp>
      <p:pic>
        <p:nvPicPr>
          <p:cNvPr id="40" name="Picture 5"/>
          <p:cNvPicPr>
            <a:picLocks noChangeAspect="1"/>
          </p:cNvPicPr>
          <p:nvPr/>
        </p:nvPicPr>
        <p:blipFill>
          <a:blip r:embed="rId4"/>
          <a:stretch>
            <a:fillRect/>
          </a:stretch>
        </p:blipFill>
        <p:spPr>
          <a:xfrm>
            <a:off x="368300" y="4729417"/>
            <a:ext cx="8424672" cy="6096"/>
          </a:xfrm>
          <a:prstGeom prst="rect">
            <a:avLst/>
          </a:prstGeom>
          <a:ln>
            <a:solidFill>
              <a:schemeClr val="bg1">
                <a:lumMod val="65000"/>
              </a:schemeClr>
            </a:solidFill>
          </a:ln>
        </p:spPr>
      </p:pic>
      <p:sp>
        <p:nvSpPr>
          <p:cNvPr id="2" name="文本框 1">
            <a:extLst>
              <a:ext uri="{FF2B5EF4-FFF2-40B4-BE49-F238E27FC236}">
                <a16:creationId xmlns:a16="http://schemas.microsoft.com/office/drawing/2014/main" id="{3767A465-184C-4AA6-9502-3C9117A9728C}"/>
              </a:ext>
            </a:extLst>
          </p:cNvPr>
          <p:cNvSpPr>
            <a:spLocks noGrp="1"/>
          </p:cNvSpPr>
          <p:nvPr/>
        </p:nvSpPr>
        <p:spPr>
          <a:xfrm>
            <a:off x="368300" y="4253023"/>
            <a:ext cx="2576919" cy="338554"/>
          </a:xfrm>
          <a:prstGeom prst="rect">
            <a:avLst/>
          </a:prstGeom>
          <a:noFill/>
        </p:spPr>
        <p:txBody>
          <a:bodyPr wrap="square">
            <a:spAutoFit/>
          </a:bodyPr>
          <a:lstStyle/>
          <a:p>
            <a:endParaRPr/>
          </a:p>
        </p:txBody>
      </p:sp>
      <p:sp>
        <p:nvSpPr>
          <p:cNvPr id="3" name="文本框 2">
            <a:extLst>
              <a:ext uri="{FF2B5EF4-FFF2-40B4-BE49-F238E27FC236}">
                <a16:creationId xmlns:a16="http://schemas.microsoft.com/office/drawing/2014/main" id="{EC45C13D-87AD-49C8-826A-B5DEC500D2E3}"/>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Arial"/>
                <a:ea typeface="Arial"/>
                <a:cs typeface="Arial"/>
              </a:rPr>
              <a:t>易方达基金管理有限公司</a:t>
            </a:r>
          </a:p>
        </p:txBody>
      </p:sp>
      <p:sp>
        <p:nvSpPr>
          <p:cNvPr id="12" name="文本框 11">
            <a:extLst>
              <a:ext uri="{FF2B5EF4-FFF2-40B4-BE49-F238E27FC236}">
                <a16:creationId xmlns:a16="http://schemas.microsoft.com/office/drawing/2014/main" id="{EF1AD574-5F46-4F3E-983C-C5E068B33773}"/>
              </a:ext>
            </a:extLst>
          </p:cNvPr>
          <p:cNvSpPr>
            <a:spLocks noGrp="1"/>
          </p:cNvSpPr>
          <p:nvPr/>
        </p:nvSpPr>
        <p:spPr>
          <a:xfrm>
            <a:off x="4118640" y="4755072"/>
            <a:ext cx="2576919" cy="215444"/>
          </a:xfrm>
          <a:prstGeom prst="rect">
            <a:avLst/>
          </a:prstGeom>
          <a:noFill/>
        </p:spPr>
        <p:txBody>
          <a:bodyPr wrap="square">
            <a:spAutoFit/>
          </a:bodyPr>
          <a:lstStyle/>
          <a:p>
            <a:r>
              <a:rPr sz="800">
                <a:solidFill>
                  <a:srgbClr val="3C3C3C"/>
                </a:solidFill>
                <a:latin typeface="Arial"/>
                <a:ea typeface="Arial"/>
                <a:cs typeface="Arial"/>
              </a:rPr>
              <a:t>仅供内部交流讨论，禁止外传</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形内容1">
    <p:spTree>
      <p:nvGrpSpPr>
        <p:cNvPr id="1" name=""/>
        <p:cNvGrpSpPr/>
        <p:nvPr/>
      </p:nvGrpSpPr>
      <p:grpSpPr>
        <a:xfrm>
          <a:off x="0" y="0"/>
          <a:ext cx="0" cy="0"/>
          <a:chOff x="0" y="0"/>
          <a:chExt cx="0" cy="0"/>
        </a:xfrm>
      </p:grpSpPr>
      <p:pic>
        <p:nvPicPr>
          <p:cNvPr id="21" name="Picture 8"/>
          <p:cNvPicPr>
            <a:picLocks noChangeAspect="1"/>
          </p:cNvPicPr>
          <p:nvPr/>
        </p:nvPicPr>
        <p:blipFill>
          <a:blip r:embed="rId2"/>
          <a:stretch>
            <a:fillRect/>
          </a:stretch>
        </p:blipFill>
        <p:spPr>
          <a:xfrm>
            <a:off x="0" y="0"/>
            <a:ext cx="9144000" cy="792480"/>
          </a:xfrm>
          <a:prstGeom prst="rect">
            <a:avLst/>
          </a:prstGeom>
        </p:spPr>
      </p:pic>
      <p:pic>
        <p:nvPicPr>
          <p:cNvPr id="22" name="Picture 9"/>
          <p:cNvPicPr>
            <a:picLocks noChangeAspect="1"/>
          </p:cNvPicPr>
          <p:nvPr/>
        </p:nvPicPr>
        <p:blipFill>
          <a:blip r:embed="rId3"/>
          <a:stretch>
            <a:fillRect/>
          </a:stretch>
        </p:blipFill>
        <p:spPr>
          <a:xfrm>
            <a:off x="7390723" y="249133"/>
            <a:ext cx="1389888" cy="301752"/>
          </a:xfrm>
          <a:prstGeom prst="rect">
            <a:avLst/>
          </a:prstGeom>
        </p:spPr>
      </p:pic>
      <p:sp>
        <p:nvSpPr>
          <p:cNvPr id="14" name="Rectangle 21">
            <a:extLst>
              <a:ext uri="{FF2B5EF4-FFF2-40B4-BE49-F238E27FC236}">
                <a16:creationId xmlns:a16="http://schemas.microsoft.com/office/drawing/2014/main" id="{BFBDE7D5-C1E0-41FD-A82B-4E919022EE66}"/>
              </a:ext>
            </a:extLst>
          </p:cNvPr>
          <p:cNvSpPr>
            <a:spLocks noGrp="1"/>
          </p:cNvSpPr>
          <p:nvPr>
            <p:ph type="title" hasCustomPrompt="1"/>
          </p:nvPr>
        </p:nvSpPr>
        <p:spPr>
          <a:xfrm>
            <a:off x="363151" y="211632"/>
            <a:ext cx="3946375"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2300" b="1">
                <a:solidFill>
                  <a:schemeClr val="bg1"/>
                </a:solidFill>
                <a:latin typeface="华文黑体_易方达"/>
                <a:ea typeface="华文黑体_易方达"/>
                <a:cs typeface="华文黑体_易方达"/>
              </a:defRPr>
            </a:lvl1pPr>
          </a:lstStyle>
          <a:p>
            <a:pPr>
              <a:buNone/>
            </a:pPr>
            <a:r>
              <a:t>单击此处编辑母版标题样式</a:t>
            </a:r>
          </a:p>
        </p:txBody>
      </p:sp>
      <p:sp>
        <p:nvSpPr>
          <p:cNvPr id="15" name="Rectangle 22">
            <a:extLst>
              <a:ext uri="{FF2B5EF4-FFF2-40B4-BE49-F238E27FC236}">
                <a16:creationId xmlns:a16="http://schemas.microsoft.com/office/drawing/2014/main" id="{0731C754-1D13-4321-8F31-E82031858CF5}"/>
              </a:ext>
            </a:extLst>
          </p:cNvPr>
          <p:cNvSpPr>
            <a:spLocks noGrp="1"/>
          </p:cNvSpPr>
          <p:nvPr>
            <p:ph idx="10" hasCustomPrompt="1"/>
          </p:nvPr>
        </p:nvSpPr>
        <p:spPr>
          <a:xfrm>
            <a:off x="360363" y="1296527"/>
            <a:ext cx="4465637" cy="2479218"/>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华文黑体_易方达"/>
                <a:ea typeface="华文黑体_易方达"/>
                <a:cs typeface="华文黑体_易方达"/>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单击此处编辑母版标题样式</a:t>
            </a:r>
            <a:br/>
            <a:endParaRPr/>
          </a:p>
        </p:txBody>
      </p:sp>
      <p:pic>
        <p:nvPicPr>
          <p:cNvPr id="25" name="Picture 5"/>
          <p:cNvPicPr>
            <a:picLocks noChangeAspect="1"/>
          </p:cNvPicPr>
          <p:nvPr/>
        </p:nvPicPr>
        <p:blipFill>
          <a:blip r:embed="rId4"/>
          <a:stretch>
            <a:fillRect/>
          </a:stretch>
        </p:blipFill>
        <p:spPr>
          <a:xfrm>
            <a:off x="368300" y="4729417"/>
            <a:ext cx="8424672" cy="6096"/>
          </a:xfrm>
          <a:prstGeom prst="rect">
            <a:avLst/>
          </a:prstGeom>
          <a:ln>
            <a:solidFill>
              <a:schemeClr val="bg1">
                <a:lumMod val="65000"/>
              </a:schemeClr>
            </a:solidFill>
          </a:ln>
        </p:spPr>
      </p:pic>
      <p:sp>
        <p:nvSpPr>
          <p:cNvPr id="12" name="文本框 11">
            <a:extLst>
              <a:ext uri="{FF2B5EF4-FFF2-40B4-BE49-F238E27FC236}">
                <a16:creationId xmlns:a16="http://schemas.microsoft.com/office/drawing/2014/main" id="{C1B57519-A201-4828-B65E-8C96C3366015}"/>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华文黑体_易方达"/>
                <a:ea typeface="华文黑体_易方达"/>
                <a:cs typeface="华文黑体_易方达"/>
              </a:rPr>
              <a:t>易方达基金管理有限公司</a:t>
            </a:r>
          </a:p>
        </p:txBody>
      </p:sp>
      <p:sp>
        <p:nvSpPr>
          <p:cNvPr id="13" name="文本框 12">
            <a:extLst>
              <a:ext uri="{FF2B5EF4-FFF2-40B4-BE49-F238E27FC236}">
                <a16:creationId xmlns:a16="http://schemas.microsoft.com/office/drawing/2014/main" id="{B88602C3-21BD-496A-ABE0-F46EFF88E4FF}"/>
              </a:ext>
            </a:extLst>
          </p:cNvPr>
          <p:cNvSpPr>
            <a:spLocks noGrp="1"/>
          </p:cNvSpPr>
          <p:nvPr/>
        </p:nvSpPr>
        <p:spPr>
          <a:xfrm>
            <a:off x="4118640" y="4755072"/>
            <a:ext cx="2576919" cy="215444"/>
          </a:xfrm>
          <a:prstGeom prst="rect">
            <a:avLst/>
          </a:prstGeom>
          <a:noFill/>
        </p:spPr>
        <p:txBody>
          <a:bodyPr wrap="square">
            <a:spAutoFit/>
          </a:bodyPr>
          <a:lstStyle/>
          <a:p>
            <a:r>
              <a:rPr sz="800">
                <a:solidFill>
                  <a:srgbClr val="3C3C3C"/>
                </a:solidFill>
                <a:latin typeface="Arial"/>
                <a:ea typeface="Arial"/>
                <a:cs typeface="Arial"/>
              </a:rPr>
              <a:t>仅供内部交流讨论，禁止外传</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图形内容2">
    <p:spTree>
      <p:nvGrpSpPr>
        <p:cNvPr id="1" name=""/>
        <p:cNvGrpSpPr/>
        <p:nvPr/>
      </p:nvGrpSpPr>
      <p:grpSpPr>
        <a:xfrm>
          <a:off x="0" y="0"/>
          <a:ext cx="0" cy="0"/>
          <a:chOff x="0" y="0"/>
          <a:chExt cx="0" cy="0"/>
        </a:xfrm>
      </p:grpSpPr>
      <p:pic>
        <p:nvPicPr>
          <p:cNvPr id="25" name="Picture 8"/>
          <p:cNvPicPr>
            <a:picLocks noChangeAspect="1"/>
          </p:cNvPicPr>
          <p:nvPr/>
        </p:nvPicPr>
        <p:blipFill>
          <a:blip r:embed="rId2"/>
          <a:stretch>
            <a:fillRect/>
          </a:stretch>
        </p:blipFill>
        <p:spPr>
          <a:xfrm>
            <a:off x="0" y="0"/>
            <a:ext cx="9144000" cy="792480"/>
          </a:xfrm>
          <a:prstGeom prst="rect">
            <a:avLst/>
          </a:prstGeom>
        </p:spPr>
      </p:pic>
      <p:pic>
        <p:nvPicPr>
          <p:cNvPr id="26" name="Picture 9"/>
          <p:cNvPicPr>
            <a:picLocks noChangeAspect="1"/>
          </p:cNvPicPr>
          <p:nvPr/>
        </p:nvPicPr>
        <p:blipFill>
          <a:blip r:embed="rId3"/>
          <a:stretch>
            <a:fillRect/>
          </a:stretch>
        </p:blipFill>
        <p:spPr>
          <a:xfrm>
            <a:off x="7390723" y="249133"/>
            <a:ext cx="1389888" cy="301752"/>
          </a:xfrm>
          <a:prstGeom prst="rect">
            <a:avLst/>
          </a:prstGeom>
        </p:spPr>
      </p:pic>
      <p:sp>
        <p:nvSpPr>
          <p:cNvPr id="16" name="Rectangle 21">
            <a:extLst>
              <a:ext uri="{FF2B5EF4-FFF2-40B4-BE49-F238E27FC236}">
                <a16:creationId xmlns:a16="http://schemas.microsoft.com/office/drawing/2014/main" id="{246EAF6D-A561-4A50-B34F-0EAA35B8EECD}"/>
              </a:ext>
            </a:extLst>
          </p:cNvPr>
          <p:cNvSpPr>
            <a:spLocks noGrp="1"/>
          </p:cNvSpPr>
          <p:nvPr>
            <p:ph type="title" hasCustomPrompt="1"/>
          </p:nvPr>
        </p:nvSpPr>
        <p:spPr>
          <a:xfrm>
            <a:off x="363151" y="211632"/>
            <a:ext cx="3946375"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2300" b="1">
                <a:solidFill>
                  <a:schemeClr val="bg1"/>
                </a:solidFill>
                <a:latin typeface="华文黑体_易方达"/>
                <a:ea typeface="华文黑体_易方达"/>
                <a:cs typeface="华文黑体_易方达"/>
              </a:defRPr>
            </a:lvl1pPr>
          </a:lstStyle>
          <a:p>
            <a:pPr>
              <a:buNone/>
            </a:pPr>
            <a:r>
              <a:t>单击此处编辑母版标题样式</a:t>
            </a:r>
          </a:p>
        </p:txBody>
      </p:sp>
      <p:sp>
        <p:nvSpPr>
          <p:cNvPr id="17" name="Rectangle 22">
            <a:extLst>
              <a:ext uri="{FF2B5EF4-FFF2-40B4-BE49-F238E27FC236}">
                <a16:creationId xmlns:a16="http://schemas.microsoft.com/office/drawing/2014/main" id="{BD09A027-42B6-4A45-90B1-D281E3B3891A}"/>
              </a:ext>
            </a:extLst>
          </p:cNvPr>
          <p:cNvSpPr>
            <a:spLocks noGrp="1"/>
          </p:cNvSpPr>
          <p:nvPr>
            <p:ph idx="10" hasCustomPrompt="1"/>
          </p:nvPr>
        </p:nvSpPr>
        <p:spPr>
          <a:xfrm>
            <a:off x="360363" y="1296527"/>
            <a:ext cx="4465637" cy="2479218"/>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华文黑体_易方达"/>
                <a:ea typeface="华文黑体_易方达"/>
                <a:cs typeface="华文黑体_易方达"/>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单击此处编辑母版标题样式</a:t>
            </a:r>
            <a:br/>
            <a:endParaRPr/>
          </a:p>
        </p:txBody>
      </p:sp>
      <p:pic>
        <p:nvPicPr>
          <p:cNvPr id="29" name="Picture 5"/>
          <p:cNvPicPr>
            <a:picLocks noChangeAspect="1"/>
          </p:cNvPicPr>
          <p:nvPr/>
        </p:nvPicPr>
        <p:blipFill>
          <a:blip r:embed="rId4"/>
          <a:stretch>
            <a:fillRect/>
          </a:stretch>
        </p:blipFill>
        <p:spPr>
          <a:xfrm>
            <a:off x="368300" y="4729417"/>
            <a:ext cx="8424672" cy="6096"/>
          </a:xfrm>
          <a:prstGeom prst="rect">
            <a:avLst/>
          </a:prstGeom>
          <a:ln>
            <a:solidFill>
              <a:schemeClr val="bg1">
                <a:lumMod val="65000"/>
              </a:schemeClr>
            </a:solidFill>
          </a:ln>
        </p:spPr>
      </p:pic>
      <p:sp>
        <p:nvSpPr>
          <p:cNvPr id="12" name="文本框 11">
            <a:extLst>
              <a:ext uri="{FF2B5EF4-FFF2-40B4-BE49-F238E27FC236}">
                <a16:creationId xmlns:a16="http://schemas.microsoft.com/office/drawing/2014/main" id="{292761F8-8DC7-4221-98F7-5ABBA5657C69}"/>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华文黑体_易方达"/>
                <a:ea typeface="华文黑体_易方达"/>
                <a:cs typeface="华文黑体_易方达"/>
              </a:rPr>
              <a:t>易方达基金管理有限公司</a:t>
            </a:r>
          </a:p>
        </p:txBody>
      </p:sp>
      <p:sp>
        <p:nvSpPr>
          <p:cNvPr id="13" name="文本框 12">
            <a:extLst>
              <a:ext uri="{FF2B5EF4-FFF2-40B4-BE49-F238E27FC236}">
                <a16:creationId xmlns:a16="http://schemas.microsoft.com/office/drawing/2014/main" id="{93EF35C7-E6D0-4E1C-8237-AA7687D8E5ED}"/>
              </a:ext>
            </a:extLst>
          </p:cNvPr>
          <p:cNvSpPr>
            <a:spLocks noGrp="1"/>
          </p:cNvSpPr>
          <p:nvPr/>
        </p:nvSpPr>
        <p:spPr>
          <a:xfrm>
            <a:off x="4118640" y="4755072"/>
            <a:ext cx="2576919" cy="215444"/>
          </a:xfrm>
          <a:prstGeom prst="rect">
            <a:avLst/>
          </a:prstGeom>
          <a:noFill/>
        </p:spPr>
        <p:txBody>
          <a:bodyPr wrap="square">
            <a:spAutoFit/>
          </a:bodyPr>
          <a:lstStyle/>
          <a:p>
            <a:r>
              <a:rPr sz="800">
                <a:solidFill>
                  <a:srgbClr val="3C3C3C"/>
                </a:solidFill>
                <a:latin typeface="Arial"/>
                <a:ea typeface="Arial"/>
                <a:cs typeface="Arial"/>
              </a:rPr>
              <a:t>仅供内部交流讨论，禁止外传</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页">
    <p:spTree>
      <p:nvGrpSpPr>
        <p:cNvPr id="1" name=""/>
        <p:cNvGrpSpPr/>
        <p:nvPr/>
      </p:nvGrpSpPr>
      <p:grpSpPr>
        <a:xfrm>
          <a:off x="0" y="0"/>
          <a:ext cx="0" cy="0"/>
          <a:chOff x="0" y="0"/>
          <a:chExt cx="0" cy="0"/>
        </a:xfrm>
      </p:grpSpPr>
      <p:pic>
        <p:nvPicPr>
          <p:cNvPr id="17" name="Picture 4"/>
          <p:cNvPicPr>
            <a:picLocks noChangeAspect="1"/>
          </p:cNvPicPr>
          <p:nvPr/>
        </p:nvPicPr>
        <p:blipFill>
          <a:blip r:embed="rId2"/>
          <a:stretch>
            <a:fillRect/>
          </a:stretch>
        </p:blipFill>
        <p:spPr>
          <a:xfrm>
            <a:off x="0" y="4355783"/>
            <a:ext cx="9144000" cy="792480"/>
          </a:xfrm>
          <a:prstGeom prst="rect">
            <a:avLst/>
          </a:prstGeom>
        </p:spPr>
      </p:pic>
      <p:sp>
        <p:nvSpPr>
          <p:cNvPr id="14" name="Rectangle 22">
            <a:extLst>
              <a:ext uri="{FF2B5EF4-FFF2-40B4-BE49-F238E27FC236}">
                <a16:creationId xmlns:a16="http://schemas.microsoft.com/office/drawing/2014/main" id="{95E49006-D625-4D3D-9709-70CF4CE63A37}"/>
              </a:ext>
            </a:extLst>
          </p:cNvPr>
          <p:cNvSpPr>
            <a:spLocks noGrp="1"/>
          </p:cNvSpPr>
          <p:nvPr>
            <p:ph idx="10" hasCustomPrompt="1"/>
          </p:nvPr>
        </p:nvSpPr>
        <p:spPr>
          <a:xfrm>
            <a:off x="349052" y="1188517"/>
            <a:ext cx="4857750" cy="2087746"/>
          </a:xfrm>
          <a:prstGeom prst="rect">
            <a:avLst/>
          </a:prstGeom>
          <a:noFill/>
          <a:ln>
            <a:noFill/>
          </a:ln>
        </p:spPr>
        <p:txBody>
          <a:bodyPr vert="horz" wrap="square" lIns="0" tIns="0" rIns="0" bIns="0" anchor="t"/>
          <a:lstStyle>
            <a:lvl1pPr marL="0" indent="0" algn="l">
              <a:lnSpc>
                <a:spcPct val="100000"/>
              </a:lnSpc>
              <a:buFontTx/>
              <a:buNone/>
              <a:defRPr sz="4500" b="1" i="0">
                <a:solidFill>
                  <a:srgbClr val="005096"/>
                </a:solidFill>
                <a:latin typeface="华文黑体_易方达"/>
                <a:ea typeface="华文黑体_易方达"/>
                <a:cs typeface="华文黑体_易方达"/>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谢谢</a:t>
            </a:r>
            <a:br/>
            <a:endParaRPr/>
          </a:p>
        </p:txBody>
      </p:sp>
      <p:pic>
        <p:nvPicPr>
          <p:cNvPr id="19" name="Picture 5"/>
          <p:cNvPicPr>
            <a:picLocks noChangeAspect="1"/>
          </p:cNvPicPr>
          <p:nvPr/>
        </p:nvPicPr>
        <p:blipFill>
          <a:blip r:embed="rId3"/>
          <a:stretch>
            <a:fillRect/>
          </a:stretch>
        </p:blipFill>
        <p:spPr>
          <a:xfrm>
            <a:off x="7390723" y="4598436"/>
            <a:ext cx="1389888" cy="301752"/>
          </a:xfrm>
          <a:prstGeom prst="rect">
            <a:avLst/>
          </a:prstGeom>
        </p:spPr>
      </p:pic>
      <p:sp>
        <p:nvSpPr>
          <p:cNvPr id="3" name="文本占位符 2">
            <a:extLst>
              <a:ext uri="{FF2B5EF4-FFF2-40B4-BE49-F238E27FC236}">
                <a16:creationId xmlns:a16="http://schemas.microsoft.com/office/drawing/2014/main" id="{7323EA30-C537-40EA-A277-A21DEDE63223}"/>
              </a:ext>
            </a:extLst>
          </p:cNvPr>
          <p:cNvSpPr>
            <a:spLocks noGrp="1"/>
          </p:cNvSpPr>
          <p:nvPr>
            <p:ph type="body" idx="11"/>
          </p:nvPr>
        </p:nvSpPr>
        <p:spPr>
          <a:xfrm>
            <a:off x="349052" y="2504748"/>
            <a:ext cx="2741613" cy="1311275"/>
          </a:xfrm>
        </p:spPr>
        <p:txBody>
          <a:bodyPr/>
          <a:lstStyle>
            <a:lvl1pPr>
              <a:buNone/>
              <a:defRPr sz="1200">
                <a:solidFill>
                  <a:schemeClr val="accent1"/>
                </a:solidFill>
                <a:latin typeface="+mn-ea"/>
                <a:ea typeface="+mn-ea"/>
                <a:cs typeface="+mn-ea"/>
              </a:defRPr>
            </a:lvl1pPr>
            <a:lvl2pPr>
              <a:buNone/>
              <a:defRPr sz="1200">
                <a:solidFill>
                  <a:schemeClr val="accent1"/>
                </a:solidFill>
                <a:latin typeface="+mn-ea"/>
                <a:ea typeface="+mn-ea"/>
                <a:cs typeface="+mn-ea"/>
              </a:defRPr>
            </a:lvl2pPr>
            <a:lvl3pPr>
              <a:buNone/>
              <a:defRPr sz="1200">
                <a:solidFill>
                  <a:schemeClr val="accent1"/>
                </a:solidFill>
                <a:latin typeface="+mn-ea"/>
                <a:ea typeface="+mn-ea"/>
                <a:cs typeface="+mn-ea"/>
              </a:defRPr>
            </a:lvl3pPr>
            <a:lvl4pPr>
              <a:buNone/>
              <a:defRPr sz="1200">
                <a:solidFill>
                  <a:schemeClr val="accent1"/>
                </a:solidFill>
                <a:latin typeface="+mn-ea"/>
                <a:ea typeface="+mn-ea"/>
                <a:cs typeface="+mn-ea"/>
              </a:defRPr>
            </a:lvl4pPr>
            <a:lvl5pPr>
              <a:buNone/>
              <a:defRPr sz="1200">
                <a:solidFill>
                  <a:schemeClr val="accent1"/>
                </a:solidFill>
                <a:latin typeface="+mn-ea"/>
                <a:ea typeface="+mn-ea"/>
                <a:cs typeface="+mn-ea"/>
              </a:defRPr>
            </a:lvl5pPr>
          </a:lstStyle>
          <a:p>
            <a:pPr>
              <a:buNone/>
            </a:pPr>
            <a:r>
              <a:t>单击此处编辑母版文本样式</a:t>
            </a:r>
          </a:p>
          <a:p>
            <a:pPr>
              <a:buNone/>
            </a:pPr>
            <a:r>
              <a:t>第二级</a:t>
            </a:r>
          </a:p>
          <a:p>
            <a:pPr>
              <a:buNone/>
            </a:pPr>
            <a:r>
              <a:t>第三级</a:t>
            </a:r>
          </a:p>
          <a:p>
            <a:pPr>
              <a:buNone/>
            </a:pPr>
            <a:r>
              <a:t>第四级</a:t>
            </a:r>
          </a:p>
          <a:p>
            <a:pPr>
              <a:buNone/>
            </a:pPr>
            <a:r>
              <a:t>第五级</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首页">
    <p:spTree>
      <p:nvGrpSpPr>
        <p:cNvPr id="1" name=""/>
        <p:cNvGrpSpPr/>
        <p:nvPr/>
      </p:nvGrpSpPr>
      <p:grpSpPr>
        <a:xfrm>
          <a:off x="0" y="0"/>
          <a:ext cx="0" cy="0"/>
          <a:chOff x="0" y="0"/>
          <a:chExt cx="0" cy="0"/>
        </a:xfrm>
      </p:grpSpPr>
      <p:sp>
        <p:nvSpPr>
          <p:cNvPr id="9101" name="品牌实心色块"/>
          <p:cNvSpPr/>
          <p:nvPr/>
        </p:nvSpPr>
        <p:spPr>
          <a:xfrm>
            <a:off x="6912769" y="0"/>
            <a:ext cx="2231231" cy="4367213"/>
          </a:xfrm>
          <a:prstGeom prst="rect">
            <a:avLst/>
          </a:prstGeom>
          <a:solidFill>
            <a:srgbClr val="005096"/>
          </a:solidFill>
          <a:ln>
            <a:noFill/>
          </a:ln>
        </p:spPr>
        <p:txBody>
          <a:bodyPr/>
          <a:lstStyle/>
          <a:p/>
        </p:txBody>
      </p:sp>
      <p:pic>
        <p:nvPicPr>
          <p:cNvPr id="19" name="Picture 2"/>
          <p:cNvPicPr>
            <a:picLocks noChangeAspect="1"/>
          </p:cNvPicPr>
          <p:nvPr/>
        </p:nvPicPr>
        <p:blipFill>
          <a:blip r:embed="rId3"/>
          <a:stretch>
            <a:fillRect/>
          </a:stretch>
        </p:blipFill>
        <p:spPr>
          <a:xfrm>
            <a:off x="0" y="4355783"/>
            <a:ext cx="9144000" cy="792480"/>
          </a:xfrm>
          <a:prstGeom prst="rect">
            <a:avLst/>
          </a:prstGeom>
        </p:spPr>
      </p:pic>
      <p:sp>
        <p:nvSpPr>
          <p:cNvPr id="14" name="Rectangle 22">
            <a:extLst>
              <a:ext uri="{FF2B5EF4-FFF2-40B4-BE49-F238E27FC236}">
                <a16:creationId xmlns:a16="http://schemas.microsoft.com/office/drawing/2014/main" id="{9D13D73E-5607-42FF-AE0B-858D66AD3649}"/>
              </a:ext>
            </a:extLst>
          </p:cNvPr>
          <p:cNvSpPr>
            <a:spLocks noGrp="1"/>
          </p:cNvSpPr>
          <p:nvPr>
            <p:ph idx="1" hasCustomPrompt="1"/>
          </p:nvPr>
        </p:nvSpPr>
        <p:spPr>
          <a:xfrm>
            <a:off x="362992" y="1269425"/>
            <a:ext cx="4632341" cy="1753197"/>
          </a:xfrm>
          <a:prstGeom prst="rect">
            <a:avLst/>
          </a:prstGeom>
          <a:noFill/>
          <a:ln>
            <a:noFill/>
          </a:ln>
        </p:spPr>
        <p:txBody>
          <a:bodyPr vert="horz" wrap="square" lIns="0" tIns="0" rIns="0" bIns="0" anchor="t"/>
          <a:lstStyle>
            <a:lvl1pPr marL="0" indent="0" algn="l">
              <a:lnSpc>
                <a:spcPts val="3300"/>
              </a:lnSpc>
              <a:buFontTx/>
              <a:buNone/>
              <a:defRPr sz="2100" b="1" i="0">
                <a:solidFill>
                  <a:srgbClr val="005096"/>
                </a:solidFill>
                <a:latin typeface="+mj-lt"/>
                <a:ea typeface="+mj-lt"/>
                <a:cs typeface="+mj-lt"/>
              </a:defRPr>
            </a:lvl1pPr>
            <a:lvl2pPr algn="l">
              <a:lnSpc>
                <a:spcPts val="3000"/>
              </a:lnSpc>
              <a:buFontTx/>
              <a:buNone/>
              <a:defRPr sz="1300" b="0" i="0">
                <a:solidFill>
                  <a:schemeClr val="tx1"/>
                </a:solidFill>
              </a:defRPr>
            </a:lvl2pPr>
            <a:lvl3pPr>
              <a:buFontTx/>
              <a:buNone/>
              <a:defRPr/>
            </a:lvl3pPr>
            <a:lvl4pPr>
              <a:buFontTx/>
              <a:buNone/>
              <a:defRPr/>
            </a:lvl4pPr>
            <a:lvl5pPr>
              <a:buFontTx/>
              <a:buNone/>
              <a:defRPr/>
            </a:lvl5pPr>
          </a:lstStyle>
          <a:p>
            <a:pPr>
              <a:buNone/>
            </a:pPr>
            <a:r>
              <a:t>Click  to add title</a:t>
            </a:r>
          </a:p>
        </p:txBody>
      </p:sp>
      <p:sp>
        <p:nvSpPr>
          <p:cNvPr id="5" name="矩形 4">
            <a:extLst>
              <a:ext uri="{FF2B5EF4-FFF2-40B4-BE49-F238E27FC236}">
                <a16:creationId xmlns:a16="http://schemas.microsoft.com/office/drawing/2014/main" id="{0B3C218C-6F6E-435B-B374-8A7000FA2926}"/>
              </a:ext>
            </a:extLst>
          </p:cNvPr>
          <p:cNvSpPr>
            <a:spLocks noGrp="1"/>
          </p:cNvSpPr>
          <p:nvPr/>
        </p:nvSpPr>
        <p:spPr>
          <a:xfrm>
            <a:off x="203199" y="4385003"/>
            <a:ext cx="6530577" cy="738664"/>
          </a:xfrm>
          <a:prstGeom prst="rect">
            <a:avLst/>
          </a:prstGeom>
        </p:spPr>
        <p:txBody>
          <a:bodyPr wrap="square">
            <a:spAutoFit/>
          </a:bodyPr>
          <a:lstStyle/>
          <a:p>
            <a:pPr>
              <a:buNone/>
            </a:pPr>
            <a:r>
              <a:rPr sz="700">
                <a:solidFill>
                  <a:srgbClr val="FFFFFF"/>
                </a:solidFill>
                <a:latin typeface="Arial"/>
                <a:ea typeface="Arial"/>
                <a:cs typeface="Arial"/>
              </a:rPr>
              <a:t>This report is solely for internal use by E Fund Management Company Limited (hereinafter “the Company”) and for reference by institutional investors, sales channels and personnel of other collaborative parties who possess professional knowledge in investments. The information or opinion stated in this report shall neither constitute any offer or invitation to treat nor constitute any investment advice or guarantee of return to any person. Unless 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p>
        </p:txBody>
      </p:sp>
      <p:sp>
        <p:nvSpPr>
          <p:cNvPr id="9" name="内容占位符 8">
            <a:extLst>
              <a:ext uri="{FF2B5EF4-FFF2-40B4-BE49-F238E27FC236}">
                <a16:creationId xmlns:a16="http://schemas.microsoft.com/office/drawing/2014/main" id="{1DFC582A-D1EE-4F90-A595-DEE7A3DC809E}"/>
              </a:ext>
            </a:extLst>
          </p:cNvPr>
          <p:cNvSpPr>
            <a:spLocks noGrp="1"/>
          </p:cNvSpPr>
          <p:nvPr>
            <p:ph idx="10"/>
          </p:nvPr>
        </p:nvSpPr>
        <p:spPr>
          <a:xfrm>
            <a:off x="362992" y="3194835"/>
            <a:ext cx="1891110" cy="345807"/>
          </a:xfrm>
          <a:prstGeom prst="rect">
            <a:avLst/>
          </a:prstGeom>
        </p:spPr>
        <p:txBody>
          <a:bodyPr/>
          <a:lstStyle>
            <a:lvl1pPr>
              <a:buNone/>
              <a:defRPr sz="1400">
                <a:latin typeface="Arial"/>
                <a:ea typeface="Arial"/>
                <a:cs typeface="Arial"/>
              </a:defRPr>
            </a:lvl1pPr>
          </a:lstStyle>
          <a:p>
            <a:pPr>
              <a:buNone/>
            </a:pPr>
            <a:r>
              <a:t>单击此处编辑母版文本样式</a:t>
            </a:r>
          </a:p>
        </p:txBody>
      </p:sp>
      <p:pic>
        <p:nvPicPr>
          <p:cNvPr id="23" name="图片 9"/>
          <p:cNvPicPr>
            <a:picLocks noChangeAspect="1"/>
          </p:cNvPicPr>
          <p:nvPr/>
        </p:nvPicPr>
        <p:blipFill>
          <a:blip r:embed="rId4"/>
          <a:stretch>
            <a:fillRect/>
          </a:stretch>
        </p:blipFill>
        <p:spPr>
          <a:xfrm>
            <a:off x="7253163" y="4443086"/>
            <a:ext cx="1480616" cy="629304"/>
          </a:xfrm>
          <a:prstGeom prst="rect">
            <a:avLst/>
          </a:prstGeom>
        </p:spPr>
      </p:pic>
      <p:sp>
        <p:nvSpPr>
          <p:cNvPr id="12" name="矩形 11">
            <a:extLst>
              <a:ext uri="{FF2B5EF4-FFF2-40B4-BE49-F238E27FC236}">
                <a16:creationId xmlns:a16="http://schemas.microsoft.com/office/drawing/2014/main" id="{3908A2E9-770D-44E7-8855-93AE7690BFC9}"/>
              </a:ext>
            </a:extLst>
          </p:cNvPr>
          <p:cNvSpPr>
            <a:spLocks noGrp="1"/>
          </p:cNvSpPr>
          <p:nvPr/>
        </p:nvSpPr>
        <p:spPr>
          <a:xfrm>
            <a:off x="281663" y="3925675"/>
            <a:ext cx="1645002" cy="276999"/>
          </a:xfrm>
          <a:prstGeom prst="rect">
            <a:avLst/>
          </a:prstGeom>
        </p:spPr>
        <p:txBody>
          <a:bodyPr wrap="none">
            <a:spAutoFit/>
          </a:bodyPr>
          <a:lstStyle/>
          <a:p>
            <a:r>
              <a:rPr sz="1200">
                <a:solidFill>
                  <a:srgbClr val="005096"/>
                </a:solidFill>
                <a:latin typeface="Arial"/>
                <a:ea typeface="Arial"/>
                <a:cs typeface="Arial"/>
              </a:rPr>
              <a:t>For Internal Use Only</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pic>
        <p:nvPicPr>
          <p:cNvPr id="20" name="Picture 6"/>
          <p:cNvPicPr>
            <a:picLocks noChangeAspect="1"/>
          </p:cNvPicPr>
          <p:nvPr/>
        </p:nvPicPr>
        <p:blipFill>
          <a:blip r:embed="rId2"/>
          <a:stretch>
            <a:fillRect/>
          </a:stretch>
        </p:blipFill>
        <p:spPr>
          <a:xfrm>
            <a:off x="0" y="0"/>
            <a:ext cx="9144000" cy="792480"/>
          </a:xfrm>
          <a:prstGeom prst="rect">
            <a:avLst/>
          </a:prstGeom>
        </p:spPr>
      </p:pic>
      <p:sp>
        <p:nvSpPr>
          <p:cNvPr id="5" name="Rectangle 21">
            <a:extLst>
              <a:ext uri="{FF2B5EF4-FFF2-40B4-BE49-F238E27FC236}">
                <a16:creationId xmlns:a16="http://schemas.microsoft.com/office/drawing/2014/main" id="{BF25AB81-C7F9-4C3A-986A-40D7147192C6}"/>
              </a:ext>
            </a:extLst>
          </p:cNvPr>
          <p:cNvSpPr>
            <a:spLocks noGrp="1"/>
          </p:cNvSpPr>
          <p:nvPr>
            <p:ph type="title" hasCustomPrompt="1"/>
          </p:nvPr>
        </p:nvSpPr>
        <p:spPr>
          <a:xfrm>
            <a:off x="380093" y="1439173"/>
            <a:ext cx="2735640"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1400">
                <a:solidFill>
                  <a:srgbClr val="005096"/>
                </a:solidFill>
                <a:latin typeface="+mj-lt"/>
                <a:ea typeface="+mj-lt"/>
                <a:cs typeface="+mj-lt"/>
              </a:defRPr>
            </a:lvl1pPr>
          </a:lstStyle>
          <a:p>
            <a:pPr>
              <a:buNone/>
            </a:pPr>
            <a:r>
              <a:t>Click  to add title</a:t>
            </a:r>
          </a:p>
        </p:txBody>
      </p:sp>
      <p:sp>
        <p:nvSpPr>
          <p:cNvPr id="17" name="Rectangle 22">
            <a:extLst>
              <a:ext uri="{FF2B5EF4-FFF2-40B4-BE49-F238E27FC236}">
                <a16:creationId xmlns:a16="http://schemas.microsoft.com/office/drawing/2014/main" id="{7F5E950C-8FEA-4ECC-88BC-43635156D8F7}"/>
              </a:ext>
            </a:extLst>
          </p:cNvPr>
          <p:cNvSpPr>
            <a:spLocks noGrp="1"/>
          </p:cNvSpPr>
          <p:nvPr>
            <p:ph idx="1" hasCustomPrompt="1"/>
          </p:nvPr>
        </p:nvSpPr>
        <p:spPr>
          <a:xfrm>
            <a:off x="336351" y="2244696"/>
            <a:ext cx="5801981" cy="1181168"/>
          </a:xfrm>
          <a:prstGeom prst="rect">
            <a:avLst/>
          </a:prstGeom>
          <a:noFill/>
          <a:ln>
            <a:noFill/>
          </a:ln>
        </p:spPr>
        <p:txBody>
          <a:bodyPr vert="horz" wrap="square" lIns="0" tIns="0" rIns="0" bIns="0" anchor="t"/>
          <a:lstStyle>
            <a:lvl1pPr marL="0" indent="0" algn="l">
              <a:lnSpc>
                <a:spcPts val="3300"/>
              </a:lnSpc>
              <a:buFontTx/>
              <a:buNone/>
              <a:defRPr sz="2800" b="1" i="0" baseline="0">
                <a:solidFill>
                  <a:srgbClr val="005096"/>
                </a:solidFill>
                <a:latin typeface="+mj-lt"/>
                <a:ea typeface="+mj-lt"/>
                <a:cs typeface="+mj-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Click  to add title</a:t>
            </a:r>
          </a:p>
        </p:txBody>
      </p:sp>
      <p:pic>
        <p:nvPicPr>
          <p:cNvPr id="23" name="图片 8"/>
          <p:cNvPicPr>
            <a:picLocks noChangeAspect="1"/>
          </p:cNvPicPr>
          <p:nvPr/>
        </p:nvPicPr>
        <p:blipFill>
          <a:blip r:embed="rId3"/>
          <a:stretch>
            <a:fillRect/>
          </a:stretch>
        </p:blipFill>
        <p:spPr>
          <a:xfrm>
            <a:off x="7299995" y="81588"/>
            <a:ext cx="1480616" cy="629304"/>
          </a:xfrm>
          <a:prstGeom prst="rect">
            <a:avLst/>
          </a:prstGeom>
        </p:spPr>
      </p:pic>
      <p:sp>
        <p:nvSpPr>
          <p:cNvPr id="8" name="文本框 7">
            <a:extLst>
              <a:ext uri="{FF2B5EF4-FFF2-40B4-BE49-F238E27FC236}">
                <a16:creationId xmlns:a16="http://schemas.microsoft.com/office/drawing/2014/main" id="{66267D64-4DF2-453D-983D-142E5111AA71}"/>
              </a:ext>
            </a:extLst>
          </p:cNvPr>
          <p:cNvSpPr>
            <a:spLocks noGrp="1"/>
          </p:cNvSpPr>
          <p:nvPr/>
        </p:nvSpPr>
        <p:spPr>
          <a:xfrm>
            <a:off x="3974707" y="4770358"/>
            <a:ext cx="2576919" cy="215444"/>
          </a:xfrm>
          <a:prstGeom prst="rect">
            <a:avLst/>
          </a:prstGeom>
          <a:noFill/>
        </p:spPr>
        <p:txBody>
          <a:bodyPr wrap="square">
            <a:spAutoFit/>
          </a:bodyPr>
          <a:lstStyle/>
          <a:p>
            <a:r>
              <a:rPr sz="800">
                <a:solidFill>
                  <a:srgbClr val="3C3C3C"/>
                </a:solidFill>
                <a:latin typeface="Arial"/>
                <a:ea typeface="Arial"/>
                <a:cs typeface="Arial"/>
              </a:rPr>
              <a:t>For Internal Use Only</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文字内容页">
    <p:spTree>
      <p:nvGrpSpPr>
        <p:cNvPr id="1" name=""/>
        <p:cNvGrpSpPr/>
        <p:nvPr/>
      </p:nvGrpSpPr>
      <p:grpSpPr>
        <a:xfrm>
          <a:off x="0" y="0"/>
          <a:ext cx="0" cy="0"/>
          <a:chOff x="0" y="0"/>
          <a:chExt cx="0" cy="0"/>
        </a:xfrm>
      </p:grpSpPr>
      <p:pic>
        <p:nvPicPr>
          <p:cNvPr id="37" name="Picture 9"/>
          <p:cNvPicPr>
            <a:picLocks noChangeAspect="1"/>
          </p:cNvPicPr>
          <p:nvPr/>
        </p:nvPicPr>
        <p:blipFill>
          <a:blip r:embed="rId2"/>
          <a:stretch>
            <a:fillRect/>
          </a:stretch>
        </p:blipFill>
        <p:spPr>
          <a:xfrm>
            <a:off x="0" y="0"/>
            <a:ext cx="9144000" cy="792480"/>
          </a:xfrm>
          <a:prstGeom prst="rect">
            <a:avLst/>
          </a:prstGeom>
        </p:spPr>
      </p:pic>
      <p:sp>
        <p:nvSpPr>
          <p:cNvPr id="17" name="Rectangle 21">
            <a:extLst>
              <a:ext uri="{FF2B5EF4-FFF2-40B4-BE49-F238E27FC236}">
                <a16:creationId xmlns:a16="http://schemas.microsoft.com/office/drawing/2014/main" id="{D8323B62-3DAB-4DDF-83F2-AAA1B35F6290}"/>
              </a:ext>
            </a:extLst>
          </p:cNvPr>
          <p:cNvSpPr>
            <a:spLocks noGrp="1"/>
          </p:cNvSpPr>
          <p:nvPr>
            <p:ph type="title" hasCustomPrompt="1"/>
          </p:nvPr>
        </p:nvSpPr>
        <p:spPr>
          <a:xfrm>
            <a:off x="363151" y="211632"/>
            <a:ext cx="6191653"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2300" b="1">
                <a:solidFill>
                  <a:schemeClr val="bg1"/>
                </a:solidFill>
                <a:latin typeface="+mn-lt"/>
                <a:ea typeface="+mn-lt"/>
                <a:cs typeface="+mn-lt"/>
              </a:defRPr>
            </a:lvl1pPr>
          </a:lstStyle>
          <a:p>
            <a:pPr>
              <a:buNone/>
            </a:pPr>
            <a:r>
              <a:t>Click  to add title</a:t>
            </a:r>
          </a:p>
        </p:txBody>
      </p:sp>
      <p:sp>
        <p:nvSpPr>
          <p:cNvPr id="33" name="Rectangle 22">
            <a:extLst>
              <a:ext uri="{FF2B5EF4-FFF2-40B4-BE49-F238E27FC236}">
                <a16:creationId xmlns:a16="http://schemas.microsoft.com/office/drawing/2014/main" id="{65796A68-D620-48AF-A840-C8BC34063FCD}"/>
              </a:ext>
            </a:extLst>
          </p:cNvPr>
          <p:cNvSpPr>
            <a:spLocks noGrp="1"/>
          </p:cNvSpPr>
          <p:nvPr>
            <p:ph idx="10" hasCustomPrompt="1"/>
          </p:nvPr>
        </p:nvSpPr>
        <p:spPr>
          <a:xfrm>
            <a:off x="360363" y="1296527"/>
            <a:ext cx="8030104" cy="2479218"/>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mn-lt"/>
                <a:ea typeface="+mn-lt"/>
                <a:cs typeface="+mn-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Click  to add title</a:t>
            </a:r>
          </a:p>
        </p:txBody>
      </p:sp>
      <p:pic>
        <p:nvPicPr>
          <p:cNvPr id="40" name="Picture 5"/>
          <p:cNvPicPr>
            <a:picLocks noChangeAspect="1"/>
          </p:cNvPicPr>
          <p:nvPr/>
        </p:nvPicPr>
        <p:blipFill>
          <a:blip r:embed="rId3"/>
          <a:stretch>
            <a:fillRect/>
          </a:stretch>
        </p:blipFill>
        <p:spPr>
          <a:xfrm>
            <a:off x="368300" y="4729417"/>
            <a:ext cx="8424672" cy="6096"/>
          </a:xfrm>
          <a:prstGeom prst="rect">
            <a:avLst/>
          </a:prstGeom>
          <a:ln>
            <a:solidFill>
              <a:schemeClr val="bg1">
                <a:lumMod val="65000"/>
              </a:schemeClr>
            </a:solidFill>
          </a:ln>
        </p:spPr>
      </p:pic>
      <p:sp>
        <p:nvSpPr>
          <p:cNvPr id="2" name="文本框 1">
            <a:extLst>
              <a:ext uri="{FF2B5EF4-FFF2-40B4-BE49-F238E27FC236}">
                <a16:creationId xmlns:a16="http://schemas.microsoft.com/office/drawing/2014/main" id="{3B7B3EC4-80B9-4766-BDE2-46DA8A65D24F}"/>
              </a:ext>
            </a:extLst>
          </p:cNvPr>
          <p:cNvSpPr>
            <a:spLocks noGrp="1"/>
          </p:cNvSpPr>
          <p:nvPr/>
        </p:nvSpPr>
        <p:spPr>
          <a:xfrm>
            <a:off x="368300" y="4253023"/>
            <a:ext cx="2576919" cy="338554"/>
          </a:xfrm>
          <a:prstGeom prst="rect">
            <a:avLst/>
          </a:prstGeom>
          <a:noFill/>
        </p:spPr>
        <p:txBody>
          <a:bodyPr wrap="square">
            <a:spAutoFit/>
          </a:bodyPr>
          <a:lstStyle/>
          <a:p>
            <a:endParaRPr/>
          </a:p>
        </p:txBody>
      </p:sp>
      <p:sp>
        <p:nvSpPr>
          <p:cNvPr id="3" name="文本框 2">
            <a:extLst>
              <a:ext uri="{FF2B5EF4-FFF2-40B4-BE49-F238E27FC236}">
                <a16:creationId xmlns:a16="http://schemas.microsoft.com/office/drawing/2014/main" id="{6A16CB20-627C-4727-B4D5-BBAFF2FB7222}"/>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Arial"/>
                <a:ea typeface="Arial"/>
                <a:cs typeface="Arial"/>
              </a:rPr>
              <a:t>E Fund Management Co., Ltd.</a:t>
            </a:r>
          </a:p>
        </p:txBody>
      </p:sp>
      <p:pic>
        <p:nvPicPr>
          <p:cNvPr id="43" name="图片 11"/>
          <p:cNvPicPr>
            <a:picLocks noChangeAspect="1"/>
          </p:cNvPicPr>
          <p:nvPr/>
        </p:nvPicPr>
        <p:blipFill>
          <a:blip r:embed="rId4"/>
          <a:stretch>
            <a:fillRect/>
          </a:stretch>
        </p:blipFill>
        <p:spPr>
          <a:xfrm>
            <a:off x="7299995" y="81588"/>
            <a:ext cx="1480616" cy="629304"/>
          </a:xfrm>
          <a:prstGeom prst="rect">
            <a:avLst/>
          </a:prstGeom>
        </p:spPr>
      </p:pic>
      <p:sp>
        <p:nvSpPr>
          <p:cNvPr id="13" name="文本框 12">
            <a:extLst>
              <a:ext uri="{FF2B5EF4-FFF2-40B4-BE49-F238E27FC236}">
                <a16:creationId xmlns:a16="http://schemas.microsoft.com/office/drawing/2014/main" id="{039DF96D-969A-4C71-8711-8E75CE4C6A04}"/>
              </a:ext>
            </a:extLst>
          </p:cNvPr>
          <p:cNvSpPr>
            <a:spLocks noGrp="1"/>
          </p:cNvSpPr>
          <p:nvPr/>
        </p:nvSpPr>
        <p:spPr>
          <a:xfrm>
            <a:off x="3974707" y="4770358"/>
            <a:ext cx="2576919" cy="215444"/>
          </a:xfrm>
          <a:prstGeom prst="rect">
            <a:avLst/>
          </a:prstGeom>
          <a:noFill/>
        </p:spPr>
        <p:txBody>
          <a:bodyPr wrap="square">
            <a:spAutoFit/>
          </a:bodyPr>
          <a:lstStyle/>
          <a:p>
            <a:r>
              <a:rPr sz="800">
                <a:solidFill>
                  <a:srgbClr val="3C3C3C"/>
                </a:solidFill>
                <a:latin typeface="Arial"/>
                <a:ea typeface="Arial"/>
                <a:cs typeface="Arial"/>
              </a:rPr>
              <a:t>For Internal Use Only</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图形内容1">
    <p:spTree>
      <p:nvGrpSpPr>
        <p:cNvPr id="1" name=""/>
        <p:cNvGrpSpPr/>
        <p:nvPr/>
      </p:nvGrpSpPr>
      <p:grpSpPr>
        <a:xfrm>
          <a:off x="0" y="0"/>
          <a:ext cx="0" cy="0"/>
          <a:chOff x="0" y="0"/>
          <a:chExt cx="0" cy="0"/>
        </a:xfrm>
      </p:grpSpPr>
      <p:pic>
        <p:nvPicPr>
          <p:cNvPr id="21" name="Picture 8"/>
          <p:cNvPicPr>
            <a:picLocks noChangeAspect="1"/>
          </p:cNvPicPr>
          <p:nvPr/>
        </p:nvPicPr>
        <p:blipFill>
          <a:blip r:embed="rId2"/>
          <a:stretch>
            <a:fillRect/>
          </a:stretch>
        </p:blipFill>
        <p:spPr>
          <a:xfrm>
            <a:off x="0" y="0"/>
            <a:ext cx="9144000" cy="792480"/>
          </a:xfrm>
          <a:prstGeom prst="rect">
            <a:avLst/>
          </a:prstGeom>
        </p:spPr>
      </p:pic>
      <p:sp>
        <p:nvSpPr>
          <p:cNvPr id="14" name="Rectangle 21">
            <a:extLst>
              <a:ext uri="{FF2B5EF4-FFF2-40B4-BE49-F238E27FC236}">
                <a16:creationId xmlns:a16="http://schemas.microsoft.com/office/drawing/2014/main" id="{03F6965E-0EFA-4391-95B4-C80F0BACC9C4}"/>
              </a:ext>
            </a:extLst>
          </p:cNvPr>
          <p:cNvSpPr>
            <a:spLocks noGrp="1"/>
          </p:cNvSpPr>
          <p:nvPr>
            <p:ph type="title" hasCustomPrompt="1"/>
          </p:nvPr>
        </p:nvSpPr>
        <p:spPr>
          <a:xfrm>
            <a:off x="363151" y="211632"/>
            <a:ext cx="6230154"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2300" b="1">
                <a:solidFill>
                  <a:schemeClr val="bg1"/>
                </a:solidFill>
                <a:latin typeface="+mn-lt"/>
                <a:ea typeface="+mn-lt"/>
                <a:cs typeface="+mn-lt"/>
              </a:defRPr>
            </a:lvl1pPr>
          </a:lstStyle>
          <a:p>
            <a:pPr>
              <a:buNone/>
            </a:pPr>
            <a:r>
              <a:t>Click  to add title</a:t>
            </a:r>
          </a:p>
        </p:txBody>
      </p:sp>
      <p:sp>
        <p:nvSpPr>
          <p:cNvPr id="15" name="Rectangle 22">
            <a:extLst>
              <a:ext uri="{FF2B5EF4-FFF2-40B4-BE49-F238E27FC236}">
                <a16:creationId xmlns:a16="http://schemas.microsoft.com/office/drawing/2014/main" id="{48BA2A88-6E2F-4FE7-8C26-4800DC294A48}"/>
              </a:ext>
            </a:extLst>
          </p:cNvPr>
          <p:cNvSpPr>
            <a:spLocks noGrp="1"/>
          </p:cNvSpPr>
          <p:nvPr>
            <p:ph idx="10" hasCustomPrompt="1"/>
          </p:nvPr>
        </p:nvSpPr>
        <p:spPr>
          <a:xfrm>
            <a:off x="360363" y="1296527"/>
            <a:ext cx="4465637" cy="2479218"/>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mn-lt"/>
                <a:ea typeface="+mn-lt"/>
                <a:cs typeface="+mn-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Click  to add title</a:t>
            </a:r>
          </a:p>
        </p:txBody>
      </p:sp>
      <p:pic>
        <p:nvPicPr>
          <p:cNvPr id="24" name="Picture 5"/>
          <p:cNvPicPr>
            <a:picLocks noChangeAspect="1"/>
          </p:cNvPicPr>
          <p:nvPr/>
        </p:nvPicPr>
        <p:blipFill>
          <a:blip r:embed="rId3"/>
          <a:stretch>
            <a:fillRect/>
          </a:stretch>
        </p:blipFill>
        <p:spPr>
          <a:xfrm>
            <a:off x="368300" y="4729417"/>
            <a:ext cx="8424672" cy="6096"/>
          </a:xfrm>
          <a:prstGeom prst="rect">
            <a:avLst/>
          </a:prstGeom>
          <a:ln>
            <a:solidFill>
              <a:schemeClr val="bg1">
                <a:lumMod val="65000"/>
              </a:schemeClr>
            </a:solidFill>
          </a:ln>
        </p:spPr>
      </p:pic>
      <p:pic>
        <p:nvPicPr>
          <p:cNvPr id="25" name="图片 12"/>
          <p:cNvPicPr>
            <a:picLocks noChangeAspect="1"/>
          </p:cNvPicPr>
          <p:nvPr/>
        </p:nvPicPr>
        <p:blipFill>
          <a:blip r:embed="rId4"/>
          <a:stretch>
            <a:fillRect/>
          </a:stretch>
        </p:blipFill>
        <p:spPr>
          <a:xfrm>
            <a:off x="7299995" y="81588"/>
            <a:ext cx="1480616" cy="629304"/>
          </a:xfrm>
          <a:prstGeom prst="rect">
            <a:avLst/>
          </a:prstGeom>
        </p:spPr>
      </p:pic>
      <p:sp>
        <p:nvSpPr>
          <p:cNvPr id="16" name="文本框 15">
            <a:extLst>
              <a:ext uri="{FF2B5EF4-FFF2-40B4-BE49-F238E27FC236}">
                <a16:creationId xmlns:a16="http://schemas.microsoft.com/office/drawing/2014/main" id="{24FBB520-6C72-4343-8996-B54906CE372A}"/>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Arial"/>
                <a:ea typeface="Arial"/>
                <a:cs typeface="Arial"/>
              </a:rPr>
              <a:t>E Fund Management Co., Ltd.</a:t>
            </a:r>
          </a:p>
        </p:txBody>
      </p:sp>
      <p:sp>
        <p:nvSpPr>
          <p:cNvPr id="12" name="文本框 11">
            <a:extLst>
              <a:ext uri="{FF2B5EF4-FFF2-40B4-BE49-F238E27FC236}">
                <a16:creationId xmlns:a16="http://schemas.microsoft.com/office/drawing/2014/main" id="{5A8A4E3D-69F6-4754-AC7F-E0FD5442D6EF}"/>
              </a:ext>
            </a:extLst>
          </p:cNvPr>
          <p:cNvSpPr>
            <a:spLocks noGrp="1"/>
          </p:cNvSpPr>
          <p:nvPr/>
        </p:nvSpPr>
        <p:spPr>
          <a:xfrm>
            <a:off x="3974707" y="4770358"/>
            <a:ext cx="2576919" cy="215444"/>
          </a:xfrm>
          <a:prstGeom prst="rect">
            <a:avLst/>
          </a:prstGeom>
          <a:noFill/>
        </p:spPr>
        <p:txBody>
          <a:bodyPr wrap="square">
            <a:spAutoFit/>
          </a:bodyPr>
          <a:lstStyle/>
          <a:p>
            <a:r>
              <a:rPr sz="800">
                <a:solidFill>
                  <a:srgbClr val="3C3C3C"/>
                </a:solidFill>
                <a:latin typeface="Arial"/>
                <a:ea typeface="Arial"/>
                <a:cs typeface="Arial"/>
              </a:rPr>
              <a:t>For Internal Use Only</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表格内容1">
    <p:spTree>
      <p:nvGrpSpPr>
        <p:cNvPr id="1" name=""/>
        <p:cNvGrpSpPr/>
        <p:nvPr/>
      </p:nvGrpSpPr>
      <p:grpSpPr>
        <a:xfrm>
          <a:off x="0" y="0"/>
          <a:ext cx="0" cy="0"/>
          <a:chOff x="0" y="0"/>
          <a:chExt cx="0" cy="0"/>
        </a:xfrm>
      </p:grpSpPr>
      <p:pic>
        <p:nvPicPr>
          <p:cNvPr id="25" name="Picture 8"/>
          <p:cNvPicPr>
            <a:picLocks noChangeAspect="1"/>
          </p:cNvPicPr>
          <p:nvPr/>
        </p:nvPicPr>
        <p:blipFill>
          <a:blip r:embed="rId2"/>
          <a:stretch>
            <a:fillRect/>
          </a:stretch>
        </p:blipFill>
        <p:spPr>
          <a:xfrm>
            <a:off x="0" y="0"/>
            <a:ext cx="9144000" cy="792480"/>
          </a:xfrm>
          <a:prstGeom prst="rect">
            <a:avLst/>
          </a:prstGeom>
        </p:spPr>
      </p:pic>
      <p:sp>
        <p:nvSpPr>
          <p:cNvPr id="16" name="Rectangle 21">
            <a:extLst>
              <a:ext uri="{FF2B5EF4-FFF2-40B4-BE49-F238E27FC236}">
                <a16:creationId xmlns:a16="http://schemas.microsoft.com/office/drawing/2014/main" id="{A4C4892D-F534-461D-867A-4061CDBFEE2B}"/>
              </a:ext>
            </a:extLst>
          </p:cNvPr>
          <p:cNvSpPr>
            <a:spLocks noGrp="1"/>
          </p:cNvSpPr>
          <p:nvPr>
            <p:ph type="title" hasCustomPrompt="1"/>
          </p:nvPr>
        </p:nvSpPr>
        <p:spPr>
          <a:xfrm>
            <a:off x="363151" y="211632"/>
            <a:ext cx="6268655"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2300" b="1">
                <a:solidFill>
                  <a:schemeClr val="bg1"/>
                </a:solidFill>
                <a:latin typeface="+mn-lt"/>
                <a:ea typeface="+mn-lt"/>
                <a:cs typeface="+mn-lt"/>
              </a:defRPr>
            </a:lvl1pPr>
          </a:lstStyle>
          <a:p>
            <a:pPr>
              <a:buNone/>
            </a:pPr>
            <a:r>
              <a:t>Click  to add title</a:t>
            </a:r>
          </a:p>
        </p:txBody>
      </p:sp>
      <p:sp>
        <p:nvSpPr>
          <p:cNvPr id="17" name="Rectangle 22">
            <a:extLst>
              <a:ext uri="{FF2B5EF4-FFF2-40B4-BE49-F238E27FC236}">
                <a16:creationId xmlns:a16="http://schemas.microsoft.com/office/drawing/2014/main" id="{BCDF5982-2F8D-46A6-85FB-1105C7EFFA24}"/>
              </a:ext>
            </a:extLst>
          </p:cNvPr>
          <p:cNvSpPr>
            <a:spLocks noGrp="1"/>
          </p:cNvSpPr>
          <p:nvPr>
            <p:ph idx="10" hasCustomPrompt="1"/>
          </p:nvPr>
        </p:nvSpPr>
        <p:spPr>
          <a:xfrm>
            <a:off x="360363" y="1296527"/>
            <a:ext cx="8432609" cy="931334"/>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mn-lt"/>
                <a:ea typeface="+mn-lt"/>
                <a:cs typeface="+mn-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Click  to add title</a:t>
            </a:r>
            <a:br/>
            <a:endParaRPr/>
          </a:p>
        </p:txBody>
      </p:sp>
      <p:pic>
        <p:nvPicPr>
          <p:cNvPr id="28" name="Picture 5"/>
          <p:cNvPicPr>
            <a:picLocks noChangeAspect="1"/>
          </p:cNvPicPr>
          <p:nvPr/>
        </p:nvPicPr>
        <p:blipFill>
          <a:blip r:embed="rId3"/>
          <a:stretch>
            <a:fillRect/>
          </a:stretch>
        </p:blipFill>
        <p:spPr>
          <a:xfrm>
            <a:off x="368300" y="4729417"/>
            <a:ext cx="8424672" cy="6096"/>
          </a:xfrm>
          <a:prstGeom prst="rect">
            <a:avLst/>
          </a:prstGeom>
          <a:ln>
            <a:solidFill>
              <a:schemeClr val="bg1">
                <a:lumMod val="65000"/>
              </a:schemeClr>
            </a:solidFill>
          </a:ln>
        </p:spPr>
      </p:pic>
      <p:sp>
        <p:nvSpPr>
          <p:cNvPr id="4" name="表格占位符 3">
            <a:extLst>
              <a:ext uri="{FF2B5EF4-FFF2-40B4-BE49-F238E27FC236}">
                <a16:creationId xmlns:a16="http://schemas.microsoft.com/office/drawing/2014/main" id="{BE5EE0FE-7755-4FDE-A129-A9CD59AB41D4}"/>
              </a:ext>
            </a:extLst>
          </p:cNvPr>
          <p:cNvSpPr>
            <a:spLocks noGrp="1"/>
          </p:cNvSpPr>
          <p:nvPr>
            <p:ph type="tbl" idx="11"/>
          </p:nvPr>
        </p:nvSpPr>
        <p:spPr>
          <a:xfrm>
            <a:off x="368300" y="2743200"/>
            <a:ext cx="8412163" cy="1636713"/>
          </a:xfrm>
          <a:prstGeom prst="rect">
            <a:avLst/>
          </a:prstGeom>
        </p:spPr>
        <p:txBody>
          <a:bodyPr/>
          <a:lstStyle/>
          <a:p>
            <a:r>
              <a:t>单击图标添加表格</a:t>
            </a:r>
          </a:p>
        </p:txBody>
      </p:sp>
      <p:pic>
        <p:nvPicPr>
          <p:cNvPr id="30" name="图片 12"/>
          <p:cNvPicPr>
            <a:picLocks noChangeAspect="1"/>
          </p:cNvPicPr>
          <p:nvPr/>
        </p:nvPicPr>
        <p:blipFill>
          <a:blip r:embed="rId4"/>
          <a:stretch>
            <a:fillRect/>
          </a:stretch>
        </p:blipFill>
        <p:spPr>
          <a:xfrm>
            <a:off x="7299995" y="81588"/>
            <a:ext cx="1480616" cy="629304"/>
          </a:xfrm>
          <a:prstGeom prst="rect">
            <a:avLst/>
          </a:prstGeom>
        </p:spPr>
      </p:pic>
      <p:sp>
        <p:nvSpPr>
          <p:cNvPr id="14" name="文本框 13">
            <a:extLst>
              <a:ext uri="{FF2B5EF4-FFF2-40B4-BE49-F238E27FC236}">
                <a16:creationId xmlns:a16="http://schemas.microsoft.com/office/drawing/2014/main" id="{8ABA9FA6-7EB9-42B1-8061-460798B525E4}"/>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Arial"/>
                <a:ea typeface="Arial"/>
                <a:cs typeface="Arial"/>
              </a:rPr>
              <a:t>E Fund Management Co., Ltd.</a:t>
            </a:r>
          </a:p>
        </p:txBody>
      </p:sp>
      <p:sp>
        <p:nvSpPr>
          <p:cNvPr id="15" name="文本框 14">
            <a:extLst>
              <a:ext uri="{FF2B5EF4-FFF2-40B4-BE49-F238E27FC236}">
                <a16:creationId xmlns:a16="http://schemas.microsoft.com/office/drawing/2014/main" id="{A89A5D97-1564-43A7-9385-2A589A0860E5}"/>
              </a:ext>
            </a:extLst>
          </p:cNvPr>
          <p:cNvSpPr>
            <a:spLocks noGrp="1"/>
          </p:cNvSpPr>
          <p:nvPr/>
        </p:nvSpPr>
        <p:spPr>
          <a:xfrm>
            <a:off x="3974707" y="4770358"/>
            <a:ext cx="2576919" cy="215444"/>
          </a:xfrm>
          <a:prstGeom prst="rect">
            <a:avLst/>
          </a:prstGeom>
          <a:noFill/>
        </p:spPr>
        <p:txBody>
          <a:bodyPr wrap="square">
            <a:spAutoFit/>
          </a:bodyPr>
          <a:lstStyle/>
          <a:p>
            <a:r>
              <a:rPr sz="800">
                <a:solidFill>
                  <a:srgbClr val="3C3C3C"/>
                </a:solidFill>
                <a:latin typeface="Arial"/>
                <a:ea typeface="Arial"/>
                <a:cs typeface="Arial"/>
              </a:rPr>
              <a:t>For Internal Use Only</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结尾页">
    <p:spTree>
      <p:nvGrpSpPr>
        <p:cNvPr id="1" name=""/>
        <p:cNvGrpSpPr/>
        <p:nvPr/>
      </p:nvGrpSpPr>
      <p:grpSpPr>
        <a:xfrm>
          <a:off x="0" y="0"/>
          <a:ext cx="0" cy="0"/>
          <a:chOff x="0" y="0"/>
          <a:chExt cx="0" cy="0"/>
        </a:xfrm>
      </p:grpSpPr>
      <p:pic>
        <p:nvPicPr>
          <p:cNvPr id="17" name="Picture 4"/>
          <p:cNvPicPr>
            <a:picLocks noChangeAspect="1"/>
          </p:cNvPicPr>
          <p:nvPr/>
        </p:nvPicPr>
        <p:blipFill>
          <a:blip r:embed="rId2"/>
          <a:stretch>
            <a:fillRect/>
          </a:stretch>
        </p:blipFill>
        <p:spPr>
          <a:xfrm>
            <a:off x="0" y="4355783"/>
            <a:ext cx="9144000" cy="792480"/>
          </a:xfrm>
          <a:prstGeom prst="rect">
            <a:avLst/>
          </a:prstGeom>
        </p:spPr>
      </p:pic>
      <p:sp>
        <p:nvSpPr>
          <p:cNvPr id="14" name="Rectangle 22">
            <a:extLst>
              <a:ext uri="{FF2B5EF4-FFF2-40B4-BE49-F238E27FC236}">
                <a16:creationId xmlns:a16="http://schemas.microsoft.com/office/drawing/2014/main" id="{1CBD2596-FF9D-4242-A54D-9E4A53771F51}"/>
              </a:ext>
            </a:extLst>
          </p:cNvPr>
          <p:cNvSpPr>
            <a:spLocks noGrp="1"/>
          </p:cNvSpPr>
          <p:nvPr>
            <p:ph idx="10" hasCustomPrompt="1"/>
          </p:nvPr>
        </p:nvSpPr>
        <p:spPr>
          <a:xfrm>
            <a:off x="349052" y="1188517"/>
            <a:ext cx="4857750" cy="2087746"/>
          </a:xfrm>
          <a:prstGeom prst="rect">
            <a:avLst/>
          </a:prstGeom>
          <a:noFill/>
          <a:ln>
            <a:noFill/>
          </a:ln>
        </p:spPr>
        <p:txBody>
          <a:bodyPr vert="horz" wrap="square" lIns="0" tIns="0" rIns="0" bIns="0" anchor="t"/>
          <a:lstStyle>
            <a:lvl1pPr marL="0" indent="0" algn="l">
              <a:lnSpc>
                <a:spcPct val="100000"/>
              </a:lnSpc>
              <a:buFontTx/>
              <a:buNone/>
              <a:defRPr sz="4500" b="1" i="0" kern="1200">
                <a:solidFill>
                  <a:srgbClr val="005096"/>
                </a:solidFill>
                <a:latin typeface="+mn-lt"/>
                <a:ea typeface="+mn-lt"/>
                <a:cs typeface="+mn-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Thank You</a:t>
            </a:r>
            <a:br/>
            <a:endParaRPr/>
          </a:p>
        </p:txBody>
      </p:sp>
      <p:sp>
        <p:nvSpPr>
          <p:cNvPr id="8" name="Rectangle 22">
            <a:extLst>
              <a:ext uri="{FF2B5EF4-FFF2-40B4-BE49-F238E27FC236}">
                <a16:creationId xmlns:a16="http://schemas.microsoft.com/office/drawing/2014/main" id="{B5C0477E-2E8C-42D5-A2F1-F626DF332FA1}"/>
              </a:ext>
            </a:extLst>
          </p:cNvPr>
          <p:cNvSpPr>
            <a:spLocks noGrp="1"/>
          </p:cNvSpPr>
          <p:nvPr>
            <p:ph idx="4294967295"/>
          </p:nvPr>
        </p:nvSpPr>
        <p:spPr>
          <a:xfrm>
            <a:off x="3540648" y="3518916"/>
            <a:ext cx="5239963" cy="443373"/>
          </a:xfrm>
          <a:prstGeom prst="rect">
            <a:avLst/>
          </a:prstGeom>
          <a:noFill/>
          <a:ln>
            <a:noFill/>
          </a:ln>
        </p:spPr>
        <p:txBody>
          <a:bodyPr vert="horz" wrap="square" lIns="0" tIns="0" rIns="0" bIns="0" anchor="t"/>
          <a:lstStyle>
            <a:lvl1pPr marL="0" marR="0" indent="0" algn="l" defTabSz="914400">
              <a:lnSpc>
                <a:spcPts val="950"/>
              </a:lnSpc>
              <a:spcBef>
                <a:spcPts val="0"/>
              </a:spcBef>
              <a:spcAft>
                <a:spcPct val="0"/>
              </a:spcAft>
              <a:buClrTx/>
              <a:buSzTx/>
              <a:buFontTx/>
              <a:buNone/>
              <a:defRPr sz="800" b="0" baseline="0">
                <a:solidFill>
                  <a:schemeClr val="bg1"/>
                </a:solidFill>
                <a:latin typeface="华文黑体"/>
                <a:ea typeface="华文黑体"/>
                <a:cs typeface="华文黑体"/>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lnSpc>
                <a:spcPct val="150000"/>
              </a:lnSpc>
              <a:buNone/>
            </a:pPr>
            <a:r>
              <a:rPr sz="1000" b="1">
                <a:latin typeface="黑体"/>
                <a:ea typeface="黑体"/>
                <a:cs typeface="黑体"/>
              </a:rPr>
              <a:t>单击此处编辑母版文本样式</a:t>
            </a:r>
          </a:p>
        </p:txBody>
      </p:sp>
      <p:pic>
        <p:nvPicPr>
          <p:cNvPr id="20" name="图片 6"/>
          <p:cNvPicPr>
            <a:picLocks noChangeAspect="1"/>
          </p:cNvPicPr>
          <p:nvPr/>
        </p:nvPicPr>
        <p:blipFill>
          <a:blip r:embed="rId3"/>
          <a:stretch>
            <a:fillRect/>
          </a:stretch>
        </p:blipFill>
        <p:spPr>
          <a:xfrm>
            <a:off x="7253163" y="4443086"/>
            <a:ext cx="1480616" cy="62930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图形内容2">
    <p:spTree>
      <p:nvGrpSpPr>
        <p:cNvPr id="1" name=""/>
        <p:cNvGrpSpPr/>
        <p:nvPr/>
      </p:nvGrpSpPr>
      <p:grpSpPr>
        <a:xfrm>
          <a:off x="0" y="0"/>
          <a:ext cx="0" cy="0"/>
          <a:chOff x="0" y="0"/>
          <a:chExt cx="0" cy="0"/>
        </a:xfrm>
      </p:grpSpPr>
      <p:pic>
        <p:nvPicPr>
          <p:cNvPr id="25" name="Picture 8"/>
          <p:cNvPicPr>
            <a:picLocks noChangeAspect="1"/>
          </p:cNvPicPr>
          <p:nvPr/>
        </p:nvPicPr>
        <p:blipFill>
          <a:blip r:embed="rId2"/>
          <a:stretch>
            <a:fillRect/>
          </a:stretch>
        </p:blipFill>
        <p:spPr>
          <a:xfrm>
            <a:off x="0" y="0"/>
            <a:ext cx="9144000" cy="792480"/>
          </a:xfrm>
          <a:prstGeom prst="rect">
            <a:avLst/>
          </a:prstGeom>
        </p:spPr>
      </p:pic>
      <p:pic>
        <p:nvPicPr>
          <p:cNvPr id="26" name="Picture 9"/>
          <p:cNvPicPr>
            <a:picLocks noChangeAspect="1"/>
          </p:cNvPicPr>
          <p:nvPr/>
        </p:nvPicPr>
        <p:blipFill>
          <a:blip r:embed="rId3"/>
          <a:stretch>
            <a:fillRect/>
          </a:stretch>
        </p:blipFill>
        <p:spPr>
          <a:xfrm>
            <a:off x="7390723" y="249133"/>
            <a:ext cx="1389888" cy="301752"/>
          </a:xfrm>
          <a:prstGeom prst="rect">
            <a:avLst/>
          </a:prstGeom>
        </p:spPr>
      </p:pic>
      <p:sp>
        <p:nvSpPr>
          <p:cNvPr id="16" name="Rectangle 21">
            <a:extLst>
              <a:ext uri="{FF2B5EF4-FFF2-40B4-BE49-F238E27FC236}">
                <a16:creationId xmlns:a16="http://schemas.microsoft.com/office/drawing/2014/main" id="{C868736D-B45C-4BE1-857F-0BBE7EDE3CC8}"/>
              </a:ext>
            </a:extLst>
          </p:cNvPr>
          <p:cNvSpPr>
            <a:spLocks noGrp="1"/>
          </p:cNvSpPr>
          <p:nvPr>
            <p:ph type="title" hasCustomPrompt="1"/>
          </p:nvPr>
        </p:nvSpPr>
        <p:spPr>
          <a:xfrm>
            <a:off x="363151" y="211632"/>
            <a:ext cx="3946375"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2300" b="1">
                <a:solidFill>
                  <a:schemeClr val="bg1"/>
                </a:solidFill>
                <a:latin typeface="+mn-lt"/>
                <a:ea typeface="+mn-lt"/>
                <a:cs typeface="+mn-lt"/>
              </a:defRPr>
            </a:lvl1pPr>
          </a:lstStyle>
          <a:p>
            <a:pPr>
              <a:buNone/>
            </a:pPr>
            <a:r>
              <a:t>Click to add title</a:t>
            </a:r>
          </a:p>
        </p:txBody>
      </p:sp>
      <p:sp>
        <p:nvSpPr>
          <p:cNvPr id="17" name="Rectangle 22">
            <a:extLst>
              <a:ext uri="{FF2B5EF4-FFF2-40B4-BE49-F238E27FC236}">
                <a16:creationId xmlns:a16="http://schemas.microsoft.com/office/drawing/2014/main" id="{F6BA454A-EA43-481F-AE21-A827365BB937}"/>
              </a:ext>
            </a:extLst>
          </p:cNvPr>
          <p:cNvSpPr>
            <a:spLocks noGrp="1"/>
          </p:cNvSpPr>
          <p:nvPr>
            <p:ph idx="10" hasCustomPrompt="1"/>
          </p:nvPr>
        </p:nvSpPr>
        <p:spPr>
          <a:xfrm>
            <a:off x="360363" y="1296527"/>
            <a:ext cx="4465637" cy="2479218"/>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mn-lt"/>
                <a:ea typeface="+mn-lt"/>
                <a:cs typeface="+mn-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Click to add title</a:t>
            </a:r>
          </a:p>
        </p:txBody>
      </p:sp>
      <p:pic>
        <p:nvPicPr>
          <p:cNvPr id="29" name="Picture 5"/>
          <p:cNvPicPr>
            <a:picLocks noChangeAspect="1"/>
          </p:cNvPicPr>
          <p:nvPr/>
        </p:nvPicPr>
        <p:blipFill>
          <a:blip r:embed="rId4"/>
          <a:stretch>
            <a:fillRect/>
          </a:stretch>
        </p:blipFill>
        <p:spPr>
          <a:xfrm>
            <a:off x="368300" y="4729417"/>
            <a:ext cx="8424672" cy="6096"/>
          </a:xfrm>
          <a:prstGeom prst="rect">
            <a:avLst/>
          </a:prstGeom>
          <a:ln>
            <a:solidFill>
              <a:schemeClr val="bg1">
                <a:lumMod val="65000"/>
              </a:schemeClr>
            </a:solidFill>
          </a:ln>
        </p:spPr>
      </p:pic>
      <p:sp>
        <p:nvSpPr>
          <p:cNvPr id="13" name="文本框 12">
            <a:extLst>
              <a:ext uri="{FF2B5EF4-FFF2-40B4-BE49-F238E27FC236}">
                <a16:creationId xmlns:a16="http://schemas.microsoft.com/office/drawing/2014/main" id="{1D45819F-8C2D-4909-857F-AA71D4E010FE}"/>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Arial"/>
                <a:ea typeface="Arial"/>
                <a:cs typeface="Arial"/>
              </a:rPr>
              <a:t>E Fund Management Co., Ltd.</a:t>
            </a:r>
          </a:p>
        </p:txBody>
      </p:sp>
      <p:sp>
        <p:nvSpPr>
          <p:cNvPr id="14" name="文本框 13">
            <a:extLst>
              <a:ext uri="{FF2B5EF4-FFF2-40B4-BE49-F238E27FC236}">
                <a16:creationId xmlns:a16="http://schemas.microsoft.com/office/drawing/2014/main" id="{850A97E0-DC08-449E-99D8-BFEF3CEE38A3}"/>
              </a:ext>
            </a:extLst>
          </p:cNvPr>
          <p:cNvSpPr>
            <a:spLocks noGrp="1"/>
          </p:cNvSpPr>
          <p:nvPr/>
        </p:nvSpPr>
        <p:spPr>
          <a:xfrm>
            <a:off x="3974707" y="4770358"/>
            <a:ext cx="2576919" cy="215444"/>
          </a:xfrm>
          <a:prstGeom prst="rect">
            <a:avLst/>
          </a:prstGeom>
          <a:noFill/>
        </p:spPr>
        <p:txBody>
          <a:bodyPr wrap="square">
            <a:spAutoFit/>
          </a:bodyPr>
          <a:lstStyle/>
          <a:p>
            <a:r>
              <a:rPr sz="800">
                <a:solidFill>
                  <a:srgbClr val="3C3C3C"/>
                </a:solidFill>
                <a:latin typeface="Arial"/>
                <a:ea typeface="Arial"/>
                <a:cs typeface="Arial"/>
              </a:rPr>
              <a:t>For Internal Use Only</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2_首页">
    <p:spTree>
      <p:nvGrpSpPr>
        <p:cNvPr id="1" name=""/>
        <p:cNvGrpSpPr/>
        <p:nvPr/>
      </p:nvGrpSpPr>
      <p:grpSpPr>
        <a:xfrm>
          <a:off x="0" y="0"/>
          <a:ext cx="0" cy="0"/>
          <a:chOff x="0" y="0"/>
          <a:chExt cx="0" cy="0"/>
        </a:xfrm>
      </p:grpSpPr>
      <p:sp>
        <p:nvSpPr>
          <p:cNvPr id="9103" name="品牌实心色块"/>
          <p:cNvSpPr/>
          <p:nvPr/>
        </p:nvSpPr>
        <p:spPr>
          <a:xfrm>
            <a:off x="6912769" y="0"/>
            <a:ext cx="2231231" cy="4367213"/>
          </a:xfrm>
          <a:prstGeom prst="rect">
            <a:avLst/>
          </a:prstGeom>
          <a:solidFill>
            <a:srgbClr val="005096"/>
          </a:solidFill>
          <a:ln>
            <a:noFill/>
          </a:ln>
        </p:spPr>
        <p:txBody>
          <a:bodyPr/>
          <a:lstStyle/>
          <a:p/>
        </p:txBody>
      </p:sp>
      <p:pic>
        <p:nvPicPr>
          <p:cNvPr id="19" name="Picture 2"/>
          <p:cNvPicPr>
            <a:picLocks noChangeAspect="1"/>
          </p:cNvPicPr>
          <p:nvPr/>
        </p:nvPicPr>
        <p:blipFill>
          <a:blip r:embed="rId3"/>
          <a:stretch>
            <a:fillRect/>
          </a:stretch>
        </p:blipFill>
        <p:spPr>
          <a:xfrm>
            <a:off x="0" y="4355783"/>
            <a:ext cx="9144000" cy="792480"/>
          </a:xfrm>
          <a:prstGeom prst="rect">
            <a:avLst/>
          </a:prstGeom>
        </p:spPr>
      </p:pic>
      <p:sp>
        <p:nvSpPr>
          <p:cNvPr id="14" name="Rectangle 22">
            <a:extLst>
              <a:ext uri="{FF2B5EF4-FFF2-40B4-BE49-F238E27FC236}">
                <a16:creationId xmlns:a16="http://schemas.microsoft.com/office/drawing/2014/main" id="{6C43C9BD-1FDF-46AC-80FB-2FCBACABA37C}"/>
              </a:ext>
            </a:extLst>
          </p:cNvPr>
          <p:cNvSpPr>
            <a:spLocks noGrp="1"/>
          </p:cNvSpPr>
          <p:nvPr>
            <p:ph idx="1" hasCustomPrompt="1"/>
          </p:nvPr>
        </p:nvSpPr>
        <p:spPr>
          <a:xfrm>
            <a:off x="362992" y="1269425"/>
            <a:ext cx="4632341" cy="1753197"/>
          </a:xfrm>
          <a:prstGeom prst="rect">
            <a:avLst/>
          </a:prstGeom>
          <a:noFill/>
          <a:ln>
            <a:noFill/>
          </a:ln>
        </p:spPr>
        <p:txBody>
          <a:bodyPr vert="horz" wrap="square" lIns="0" tIns="0" rIns="0" bIns="0" anchor="t"/>
          <a:lstStyle>
            <a:lvl1pPr marL="0" indent="0" algn="l">
              <a:lnSpc>
                <a:spcPts val="3300"/>
              </a:lnSpc>
              <a:buFontTx/>
              <a:buNone/>
              <a:defRPr sz="2100" b="1" i="0">
                <a:solidFill>
                  <a:srgbClr val="005096"/>
                </a:solidFill>
                <a:latin typeface="+mj-lt"/>
                <a:ea typeface="+mj-lt"/>
                <a:cs typeface="+mj-lt"/>
              </a:defRPr>
            </a:lvl1pPr>
            <a:lvl2pPr algn="l">
              <a:lnSpc>
                <a:spcPts val="3000"/>
              </a:lnSpc>
              <a:buFontTx/>
              <a:buNone/>
              <a:defRPr sz="1300" b="0" i="0">
                <a:solidFill>
                  <a:schemeClr val="tx1"/>
                </a:solidFill>
              </a:defRPr>
            </a:lvl2pPr>
            <a:lvl3pPr>
              <a:buFontTx/>
              <a:buNone/>
              <a:defRPr/>
            </a:lvl3pPr>
            <a:lvl4pPr>
              <a:buFontTx/>
              <a:buNone/>
              <a:defRPr/>
            </a:lvl4pPr>
            <a:lvl5pPr>
              <a:buFontTx/>
              <a:buNone/>
              <a:defRPr/>
            </a:lvl5pPr>
          </a:lstStyle>
          <a:p>
            <a:pPr>
              <a:buNone/>
            </a:pPr>
            <a:r>
              <a:t>Click  to add title</a:t>
            </a:r>
          </a:p>
        </p:txBody>
      </p:sp>
      <p:sp>
        <p:nvSpPr>
          <p:cNvPr id="5" name="矩形 4">
            <a:extLst>
              <a:ext uri="{FF2B5EF4-FFF2-40B4-BE49-F238E27FC236}">
                <a16:creationId xmlns:a16="http://schemas.microsoft.com/office/drawing/2014/main" id="{2BA700C9-242C-4525-B133-1ABB19937EA2}"/>
              </a:ext>
            </a:extLst>
          </p:cNvPr>
          <p:cNvSpPr>
            <a:spLocks noGrp="1"/>
          </p:cNvSpPr>
          <p:nvPr/>
        </p:nvSpPr>
        <p:spPr>
          <a:xfrm>
            <a:off x="203199" y="4385003"/>
            <a:ext cx="6530577" cy="738664"/>
          </a:xfrm>
          <a:prstGeom prst="rect">
            <a:avLst/>
          </a:prstGeom>
        </p:spPr>
        <p:txBody>
          <a:bodyPr wrap="square">
            <a:spAutoFit/>
          </a:bodyPr>
          <a:lstStyle/>
          <a:p>
            <a:pPr>
              <a:buNone/>
            </a:pPr>
            <a:r>
              <a:rPr sz="700">
                <a:solidFill>
                  <a:srgbClr val="FFFFFF"/>
                </a:solidFill>
                <a:latin typeface="Arial"/>
                <a:ea typeface="Arial"/>
                <a:cs typeface="Arial"/>
              </a:rPr>
              <a:t>This report is solely for internal use by E Fund Management Company Limited (hereinafter “the Company”) and for reference by institutional investors, sales channels and personnel of other collaborative parties who possess professional knowledge in investments. The information or opinion stated in this report shall neither constitute any offer or invitation to treat nor constitute any investment advice or guarantee of return to any person. Unless 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p>
        </p:txBody>
      </p:sp>
      <p:sp>
        <p:nvSpPr>
          <p:cNvPr id="9" name="内容占位符 8">
            <a:extLst>
              <a:ext uri="{FF2B5EF4-FFF2-40B4-BE49-F238E27FC236}">
                <a16:creationId xmlns:a16="http://schemas.microsoft.com/office/drawing/2014/main" id="{90CE9C04-23FC-418D-9A61-5EE58495596F}"/>
              </a:ext>
            </a:extLst>
          </p:cNvPr>
          <p:cNvSpPr>
            <a:spLocks noGrp="1"/>
          </p:cNvSpPr>
          <p:nvPr>
            <p:ph idx="10"/>
          </p:nvPr>
        </p:nvSpPr>
        <p:spPr>
          <a:xfrm>
            <a:off x="362992" y="3194835"/>
            <a:ext cx="1891110" cy="345807"/>
          </a:xfrm>
          <a:prstGeom prst="rect">
            <a:avLst/>
          </a:prstGeom>
        </p:spPr>
        <p:txBody>
          <a:bodyPr/>
          <a:lstStyle>
            <a:lvl1pPr>
              <a:buNone/>
              <a:defRPr sz="1400">
                <a:latin typeface="Arial"/>
                <a:ea typeface="Arial"/>
                <a:cs typeface="Arial"/>
              </a:defRPr>
            </a:lvl1pPr>
          </a:lstStyle>
          <a:p>
            <a:pPr>
              <a:buNone/>
            </a:pPr>
            <a:r>
              <a:t>单击此处编辑母版文本样式</a:t>
            </a:r>
          </a:p>
        </p:txBody>
      </p:sp>
      <p:pic>
        <p:nvPicPr>
          <p:cNvPr id="23" name="图片 9"/>
          <p:cNvPicPr>
            <a:picLocks noChangeAspect="1"/>
          </p:cNvPicPr>
          <p:nvPr/>
        </p:nvPicPr>
        <p:blipFill>
          <a:blip r:embed="rId4"/>
          <a:stretch>
            <a:fillRect/>
          </a:stretch>
        </p:blipFill>
        <p:spPr>
          <a:xfrm>
            <a:off x="7253163" y="4443086"/>
            <a:ext cx="1480616" cy="629304"/>
          </a:xfrm>
          <a:prstGeom prst="rect">
            <a:avLst/>
          </a:prstGeom>
        </p:spPr>
      </p:pic>
      <p:sp>
        <p:nvSpPr>
          <p:cNvPr id="12" name="矩形 11">
            <a:extLst>
              <a:ext uri="{FF2B5EF4-FFF2-40B4-BE49-F238E27FC236}">
                <a16:creationId xmlns:a16="http://schemas.microsoft.com/office/drawing/2014/main" id="{8F2D48A1-6C00-4639-B417-D654F49CF24A}"/>
              </a:ext>
            </a:extLst>
          </p:cNvPr>
          <p:cNvSpPr>
            <a:spLocks noGrp="1"/>
          </p:cNvSpPr>
          <p:nvPr/>
        </p:nvSpPr>
        <p:spPr>
          <a:xfrm>
            <a:off x="281663" y="3925675"/>
            <a:ext cx="1645002" cy="276999"/>
          </a:xfrm>
          <a:prstGeom prst="rect">
            <a:avLst/>
          </a:prstGeom>
        </p:spPr>
        <p:txBody>
          <a:bodyPr wrap="none">
            <a:spAutoFit/>
          </a:bodyPr>
          <a:lstStyle/>
          <a:p>
            <a:r>
              <a:rPr sz="1200">
                <a:solidFill>
                  <a:srgbClr val="005096"/>
                </a:solidFill>
                <a:latin typeface="Arial"/>
                <a:ea typeface="Arial"/>
                <a:cs typeface="Arial"/>
              </a:rPr>
              <a:t>For Internal Use Only</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章节页">
    <p:spTree>
      <p:nvGrpSpPr>
        <p:cNvPr id="1" name=""/>
        <p:cNvGrpSpPr/>
        <p:nvPr/>
      </p:nvGrpSpPr>
      <p:grpSpPr>
        <a:xfrm>
          <a:off x="0" y="0"/>
          <a:ext cx="0" cy="0"/>
          <a:chOff x="0" y="0"/>
          <a:chExt cx="0" cy="0"/>
        </a:xfrm>
      </p:grpSpPr>
      <p:pic>
        <p:nvPicPr>
          <p:cNvPr id="20" name="Picture 6"/>
          <p:cNvPicPr>
            <a:picLocks noChangeAspect="1"/>
          </p:cNvPicPr>
          <p:nvPr/>
        </p:nvPicPr>
        <p:blipFill>
          <a:blip r:embed="rId2"/>
          <a:stretch>
            <a:fillRect/>
          </a:stretch>
        </p:blipFill>
        <p:spPr>
          <a:xfrm>
            <a:off x="0" y="0"/>
            <a:ext cx="9144000" cy="792480"/>
          </a:xfrm>
          <a:prstGeom prst="rect">
            <a:avLst/>
          </a:prstGeom>
        </p:spPr>
      </p:pic>
      <p:sp>
        <p:nvSpPr>
          <p:cNvPr id="5" name="Rectangle 21">
            <a:extLst>
              <a:ext uri="{FF2B5EF4-FFF2-40B4-BE49-F238E27FC236}">
                <a16:creationId xmlns:a16="http://schemas.microsoft.com/office/drawing/2014/main" id="{A63A01FB-2225-4485-A95D-D6883D385AD0}"/>
              </a:ext>
            </a:extLst>
          </p:cNvPr>
          <p:cNvSpPr>
            <a:spLocks noGrp="1"/>
          </p:cNvSpPr>
          <p:nvPr>
            <p:ph type="title" hasCustomPrompt="1"/>
          </p:nvPr>
        </p:nvSpPr>
        <p:spPr>
          <a:xfrm>
            <a:off x="380093" y="1439173"/>
            <a:ext cx="2735640"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1400">
                <a:solidFill>
                  <a:srgbClr val="005096"/>
                </a:solidFill>
                <a:latin typeface="+mj-lt"/>
                <a:ea typeface="+mj-lt"/>
                <a:cs typeface="+mj-lt"/>
              </a:defRPr>
            </a:lvl1pPr>
          </a:lstStyle>
          <a:p>
            <a:pPr>
              <a:buNone/>
            </a:pPr>
            <a:r>
              <a:t>Click  to add title</a:t>
            </a:r>
          </a:p>
        </p:txBody>
      </p:sp>
      <p:sp>
        <p:nvSpPr>
          <p:cNvPr id="17" name="Rectangle 22">
            <a:extLst>
              <a:ext uri="{FF2B5EF4-FFF2-40B4-BE49-F238E27FC236}">
                <a16:creationId xmlns:a16="http://schemas.microsoft.com/office/drawing/2014/main" id="{27D44B3D-29EB-4A63-9F79-94453819ED41}"/>
              </a:ext>
            </a:extLst>
          </p:cNvPr>
          <p:cNvSpPr>
            <a:spLocks noGrp="1"/>
          </p:cNvSpPr>
          <p:nvPr>
            <p:ph idx="1" hasCustomPrompt="1"/>
          </p:nvPr>
        </p:nvSpPr>
        <p:spPr>
          <a:xfrm>
            <a:off x="336351" y="2244696"/>
            <a:ext cx="5801981" cy="1181168"/>
          </a:xfrm>
          <a:prstGeom prst="rect">
            <a:avLst/>
          </a:prstGeom>
          <a:noFill/>
          <a:ln>
            <a:noFill/>
          </a:ln>
        </p:spPr>
        <p:txBody>
          <a:bodyPr vert="horz" wrap="square" lIns="0" tIns="0" rIns="0" bIns="0" anchor="t"/>
          <a:lstStyle>
            <a:lvl1pPr marL="0" indent="0" algn="l">
              <a:lnSpc>
                <a:spcPts val="3300"/>
              </a:lnSpc>
              <a:buFontTx/>
              <a:buNone/>
              <a:defRPr sz="2800" b="1" i="0" baseline="0">
                <a:solidFill>
                  <a:srgbClr val="005096"/>
                </a:solidFill>
                <a:latin typeface="+mj-lt"/>
                <a:ea typeface="+mj-lt"/>
                <a:cs typeface="+mj-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Click  to add title</a:t>
            </a:r>
          </a:p>
        </p:txBody>
      </p:sp>
      <p:pic>
        <p:nvPicPr>
          <p:cNvPr id="23" name="图片 8"/>
          <p:cNvPicPr>
            <a:picLocks noChangeAspect="1"/>
          </p:cNvPicPr>
          <p:nvPr/>
        </p:nvPicPr>
        <p:blipFill>
          <a:blip r:embed="rId3"/>
          <a:stretch>
            <a:fillRect/>
          </a:stretch>
        </p:blipFill>
        <p:spPr>
          <a:xfrm>
            <a:off x="7299995" y="81588"/>
            <a:ext cx="1480616" cy="629304"/>
          </a:xfrm>
          <a:prstGeom prst="rect">
            <a:avLst/>
          </a:prstGeom>
        </p:spPr>
      </p:pic>
      <p:sp>
        <p:nvSpPr>
          <p:cNvPr id="8" name="文本框 7">
            <a:extLst>
              <a:ext uri="{FF2B5EF4-FFF2-40B4-BE49-F238E27FC236}">
                <a16:creationId xmlns:a16="http://schemas.microsoft.com/office/drawing/2014/main" id="{EDA166DF-4569-4E97-9DBF-D6E4800BACF3}"/>
              </a:ext>
            </a:extLst>
          </p:cNvPr>
          <p:cNvSpPr>
            <a:spLocks noGrp="1"/>
          </p:cNvSpPr>
          <p:nvPr/>
        </p:nvSpPr>
        <p:spPr>
          <a:xfrm>
            <a:off x="4118640" y="4755072"/>
            <a:ext cx="2576919" cy="215444"/>
          </a:xfrm>
          <a:prstGeom prst="rect">
            <a:avLst/>
          </a:prstGeom>
          <a:noFill/>
        </p:spPr>
        <p:txBody>
          <a:bodyPr wrap="square">
            <a:spAutoFit/>
          </a:bodyPr>
          <a:lstStyle/>
          <a:p>
            <a:r>
              <a:rPr sz="800">
                <a:solidFill>
                  <a:srgbClr val="3C3C3C"/>
                </a:solidFill>
                <a:latin typeface="Arial"/>
                <a:ea typeface="Arial"/>
                <a:cs typeface="Arial"/>
              </a:rPr>
              <a:t>For Internal Use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文字内容页">
    <p:spTree>
      <p:nvGrpSpPr>
        <p:cNvPr id="1" name=""/>
        <p:cNvGrpSpPr/>
        <p:nvPr/>
      </p:nvGrpSpPr>
      <p:grpSpPr>
        <a:xfrm>
          <a:off x="0" y="0"/>
          <a:ext cx="0" cy="0"/>
          <a:chOff x="0" y="0"/>
          <a:chExt cx="0" cy="0"/>
        </a:xfrm>
      </p:grpSpPr>
      <p:pic>
        <p:nvPicPr>
          <p:cNvPr id="37" name="Picture 9"/>
          <p:cNvPicPr>
            <a:picLocks noChangeAspect="1"/>
          </p:cNvPicPr>
          <p:nvPr/>
        </p:nvPicPr>
        <p:blipFill>
          <a:blip r:embed="rId2"/>
          <a:stretch>
            <a:fillRect/>
          </a:stretch>
        </p:blipFill>
        <p:spPr>
          <a:xfrm>
            <a:off x="0" y="0"/>
            <a:ext cx="9144000" cy="792480"/>
          </a:xfrm>
          <a:prstGeom prst="rect">
            <a:avLst/>
          </a:prstGeom>
        </p:spPr>
      </p:pic>
      <p:sp>
        <p:nvSpPr>
          <p:cNvPr id="17" name="Rectangle 21">
            <a:extLst>
              <a:ext uri="{FF2B5EF4-FFF2-40B4-BE49-F238E27FC236}">
                <a16:creationId xmlns:a16="http://schemas.microsoft.com/office/drawing/2014/main" id="{1B206635-5C7C-42B3-AF50-524284386006}"/>
              </a:ext>
            </a:extLst>
          </p:cNvPr>
          <p:cNvSpPr>
            <a:spLocks noGrp="1"/>
          </p:cNvSpPr>
          <p:nvPr>
            <p:ph type="title" hasCustomPrompt="1"/>
          </p:nvPr>
        </p:nvSpPr>
        <p:spPr>
          <a:xfrm>
            <a:off x="363151" y="211632"/>
            <a:ext cx="6191653"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2300" b="1">
                <a:solidFill>
                  <a:schemeClr val="bg1"/>
                </a:solidFill>
                <a:latin typeface="+mn-lt"/>
                <a:ea typeface="+mn-lt"/>
                <a:cs typeface="+mn-lt"/>
              </a:defRPr>
            </a:lvl1pPr>
          </a:lstStyle>
          <a:p>
            <a:pPr>
              <a:buNone/>
            </a:pPr>
            <a:r>
              <a:t>Click  to add title</a:t>
            </a:r>
          </a:p>
        </p:txBody>
      </p:sp>
      <p:sp>
        <p:nvSpPr>
          <p:cNvPr id="33" name="Rectangle 22">
            <a:extLst>
              <a:ext uri="{FF2B5EF4-FFF2-40B4-BE49-F238E27FC236}">
                <a16:creationId xmlns:a16="http://schemas.microsoft.com/office/drawing/2014/main" id="{B0D79E3E-61DF-4366-996F-D13E9233C094}"/>
              </a:ext>
            </a:extLst>
          </p:cNvPr>
          <p:cNvSpPr>
            <a:spLocks noGrp="1"/>
          </p:cNvSpPr>
          <p:nvPr>
            <p:ph idx="10" hasCustomPrompt="1"/>
          </p:nvPr>
        </p:nvSpPr>
        <p:spPr>
          <a:xfrm>
            <a:off x="360363" y="1296527"/>
            <a:ext cx="8030104" cy="2479218"/>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mn-lt"/>
                <a:ea typeface="+mn-lt"/>
                <a:cs typeface="+mn-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Click  to add title</a:t>
            </a:r>
          </a:p>
        </p:txBody>
      </p:sp>
      <p:pic>
        <p:nvPicPr>
          <p:cNvPr id="40" name="Picture 5"/>
          <p:cNvPicPr>
            <a:picLocks noChangeAspect="1"/>
          </p:cNvPicPr>
          <p:nvPr/>
        </p:nvPicPr>
        <p:blipFill>
          <a:blip r:embed="rId3"/>
          <a:stretch>
            <a:fillRect/>
          </a:stretch>
        </p:blipFill>
        <p:spPr>
          <a:xfrm>
            <a:off x="368300" y="4729417"/>
            <a:ext cx="8424672" cy="6096"/>
          </a:xfrm>
          <a:prstGeom prst="rect">
            <a:avLst/>
          </a:prstGeom>
          <a:ln>
            <a:solidFill>
              <a:schemeClr val="bg1">
                <a:lumMod val="65000"/>
              </a:schemeClr>
            </a:solidFill>
          </a:ln>
        </p:spPr>
      </p:pic>
      <p:sp>
        <p:nvSpPr>
          <p:cNvPr id="2" name="文本框 1">
            <a:extLst>
              <a:ext uri="{FF2B5EF4-FFF2-40B4-BE49-F238E27FC236}">
                <a16:creationId xmlns:a16="http://schemas.microsoft.com/office/drawing/2014/main" id="{93B1B13E-4551-482C-A3AD-D734C9AE5C0F}"/>
              </a:ext>
            </a:extLst>
          </p:cNvPr>
          <p:cNvSpPr>
            <a:spLocks noGrp="1"/>
          </p:cNvSpPr>
          <p:nvPr/>
        </p:nvSpPr>
        <p:spPr>
          <a:xfrm>
            <a:off x="368300" y="4253023"/>
            <a:ext cx="2576919" cy="338554"/>
          </a:xfrm>
          <a:prstGeom prst="rect">
            <a:avLst/>
          </a:prstGeom>
          <a:noFill/>
        </p:spPr>
        <p:txBody>
          <a:bodyPr wrap="square">
            <a:spAutoFit/>
          </a:bodyPr>
          <a:lstStyle/>
          <a:p>
            <a:endParaRPr/>
          </a:p>
        </p:txBody>
      </p:sp>
      <p:sp>
        <p:nvSpPr>
          <p:cNvPr id="3" name="文本框 2">
            <a:extLst>
              <a:ext uri="{FF2B5EF4-FFF2-40B4-BE49-F238E27FC236}">
                <a16:creationId xmlns:a16="http://schemas.microsoft.com/office/drawing/2014/main" id="{F8BAA3A7-93A4-433D-8F9E-8A1250F621D5}"/>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Arial"/>
                <a:ea typeface="Arial"/>
                <a:cs typeface="Arial"/>
              </a:rPr>
              <a:t>E Fund Management Co., Ltd.</a:t>
            </a:r>
          </a:p>
        </p:txBody>
      </p:sp>
      <p:pic>
        <p:nvPicPr>
          <p:cNvPr id="43" name="图片 11"/>
          <p:cNvPicPr>
            <a:picLocks noChangeAspect="1"/>
          </p:cNvPicPr>
          <p:nvPr/>
        </p:nvPicPr>
        <p:blipFill>
          <a:blip r:embed="rId4"/>
          <a:stretch>
            <a:fillRect/>
          </a:stretch>
        </p:blipFill>
        <p:spPr>
          <a:xfrm>
            <a:off x="7299995" y="81588"/>
            <a:ext cx="1480616" cy="629304"/>
          </a:xfrm>
          <a:prstGeom prst="rect">
            <a:avLst/>
          </a:prstGeom>
        </p:spPr>
      </p:pic>
      <p:sp>
        <p:nvSpPr>
          <p:cNvPr id="13" name="文本框 12">
            <a:extLst>
              <a:ext uri="{FF2B5EF4-FFF2-40B4-BE49-F238E27FC236}">
                <a16:creationId xmlns:a16="http://schemas.microsoft.com/office/drawing/2014/main" id="{B3C1678E-D75B-4363-A09B-0E845C6FDB8B}"/>
              </a:ext>
            </a:extLst>
          </p:cNvPr>
          <p:cNvSpPr>
            <a:spLocks noGrp="1"/>
          </p:cNvSpPr>
          <p:nvPr/>
        </p:nvSpPr>
        <p:spPr>
          <a:xfrm>
            <a:off x="3974707" y="4770358"/>
            <a:ext cx="2576919" cy="215444"/>
          </a:xfrm>
          <a:prstGeom prst="rect">
            <a:avLst/>
          </a:prstGeom>
          <a:noFill/>
        </p:spPr>
        <p:txBody>
          <a:bodyPr wrap="square">
            <a:spAutoFit/>
          </a:bodyPr>
          <a:lstStyle/>
          <a:p>
            <a:r>
              <a:rPr sz="800">
                <a:solidFill>
                  <a:srgbClr val="3C3C3C"/>
                </a:solidFill>
                <a:latin typeface="Arial"/>
                <a:ea typeface="Arial"/>
                <a:cs typeface="Arial"/>
              </a:rPr>
              <a:t>For Internal Use Only</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图形内容1">
    <p:spTree>
      <p:nvGrpSpPr>
        <p:cNvPr id="1" name=""/>
        <p:cNvGrpSpPr/>
        <p:nvPr/>
      </p:nvGrpSpPr>
      <p:grpSpPr>
        <a:xfrm>
          <a:off x="0" y="0"/>
          <a:ext cx="0" cy="0"/>
          <a:chOff x="0" y="0"/>
          <a:chExt cx="0" cy="0"/>
        </a:xfrm>
      </p:grpSpPr>
      <p:pic>
        <p:nvPicPr>
          <p:cNvPr id="21" name="Picture 8"/>
          <p:cNvPicPr>
            <a:picLocks noChangeAspect="1"/>
          </p:cNvPicPr>
          <p:nvPr/>
        </p:nvPicPr>
        <p:blipFill>
          <a:blip r:embed="rId2"/>
          <a:stretch>
            <a:fillRect/>
          </a:stretch>
        </p:blipFill>
        <p:spPr>
          <a:xfrm>
            <a:off x="0" y="0"/>
            <a:ext cx="9144000" cy="792480"/>
          </a:xfrm>
          <a:prstGeom prst="rect">
            <a:avLst/>
          </a:prstGeom>
        </p:spPr>
      </p:pic>
      <p:sp>
        <p:nvSpPr>
          <p:cNvPr id="14" name="Rectangle 21">
            <a:extLst>
              <a:ext uri="{FF2B5EF4-FFF2-40B4-BE49-F238E27FC236}">
                <a16:creationId xmlns:a16="http://schemas.microsoft.com/office/drawing/2014/main" id="{34E16C9C-2D46-47D3-8736-59C3BF11FCD6}"/>
              </a:ext>
            </a:extLst>
          </p:cNvPr>
          <p:cNvSpPr>
            <a:spLocks noGrp="1"/>
          </p:cNvSpPr>
          <p:nvPr>
            <p:ph type="title" hasCustomPrompt="1"/>
          </p:nvPr>
        </p:nvSpPr>
        <p:spPr>
          <a:xfrm>
            <a:off x="363151" y="211632"/>
            <a:ext cx="6230154"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2300" b="1">
                <a:solidFill>
                  <a:schemeClr val="bg1"/>
                </a:solidFill>
                <a:latin typeface="+mn-lt"/>
                <a:ea typeface="+mn-lt"/>
                <a:cs typeface="+mn-lt"/>
              </a:defRPr>
            </a:lvl1pPr>
          </a:lstStyle>
          <a:p>
            <a:pPr>
              <a:buNone/>
            </a:pPr>
            <a:r>
              <a:t>Click  to add title</a:t>
            </a:r>
          </a:p>
        </p:txBody>
      </p:sp>
      <p:sp>
        <p:nvSpPr>
          <p:cNvPr id="15" name="Rectangle 22">
            <a:extLst>
              <a:ext uri="{FF2B5EF4-FFF2-40B4-BE49-F238E27FC236}">
                <a16:creationId xmlns:a16="http://schemas.microsoft.com/office/drawing/2014/main" id="{D7775BA2-3242-4AE9-9E52-F10D94D3BA04}"/>
              </a:ext>
            </a:extLst>
          </p:cNvPr>
          <p:cNvSpPr>
            <a:spLocks noGrp="1"/>
          </p:cNvSpPr>
          <p:nvPr>
            <p:ph idx="10" hasCustomPrompt="1"/>
          </p:nvPr>
        </p:nvSpPr>
        <p:spPr>
          <a:xfrm>
            <a:off x="360363" y="1296527"/>
            <a:ext cx="4465637" cy="2479218"/>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mn-lt"/>
                <a:ea typeface="+mn-lt"/>
                <a:cs typeface="+mn-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Click  to add title</a:t>
            </a:r>
          </a:p>
        </p:txBody>
      </p:sp>
      <p:pic>
        <p:nvPicPr>
          <p:cNvPr id="24" name="Picture 5"/>
          <p:cNvPicPr>
            <a:picLocks noChangeAspect="1"/>
          </p:cNvPicPr>
          <p:nvPr/>
        </p:nvPicPr>
        <p:blipFill>
          <a:blip r:embed="rId3"/>
          <a:stretch>
            <a:fillRect/>
          </a:stretch>
        </p:blipFill>
        <p:spPr>
          <a:xfrm>
            <a:off x="368300" y="4729417"/>
            <a:ext cx="8424672" cy="6096"/>
          </a:xfrm>
          <a:prstGeom prst="rect">
            <a:avLst/>
          </a:prstGeom>
          <a:ln>
            <a:solidFill>
              <a:schemeClr val="bg1">
                <a:lumMod val="65000"/>
              </a:schemeClr>
            </a:solidFill>
          </a:ln>
        </p:spPr>
      </p:pic>
      <p:pic>
        <p:nvPicPr>
          <p:cNvPr id="25" name="图片 12"/>
          <p:cNvPicPr>
            <a:picLocks noChangeAspect="1"/>
          </p:cNvPicPr>
          <p:nvPr/>
        </p:nvPicPr>
        <p:blipFill>
          <a:blip r:embed="rId4"/>
          <a:stretch>
            <a:fillRect/>
          </a:stretch>
        </p:blipFill>
        <p:spPr>
          <a:xfrm>
            <a:off x="7299995" y="81588"/>
            <a:ext cx="1480616" cy="629304"/>
          </a:xfrm>
          <a:prstGeom prst="rect">
            <a:avLst/>
          </a:prstGeom>
        </p:spPr>
      </p:pic>
      <p:sp>
        <p:nvSpPr>
          <p:cNvPr id="16" name="文本框 15">
            <a:extLst>
              <a:ext uri="{FF2B5EF4-FFF2-40B4-BE49-F238E27FC236}">
                <a16:creationId xmlns:a16="http://schemas.microsoft.com/office/drawing/2014/main" id="{06C259AE-60DE-4727-BC49-ED3F7D194AF8}"/>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Arial"/>
                <a:ea typeface="Arial"/>
                <a:cs typeface="Arial"/>
              </a:rPr>
              <a:t>E Fund Management Co., Ltd.</a:t>
            </a:r>
          </a:p>
        </p:txBody>
      </p:sp>
      <p:sp>
        <p:nvSpPr>
          <p:cNvPr id="12" name="文本框 11">
            <a:extLst>
              <a:ext uri="{FF2B5EF4-FFF2-40B4-BE49-F238E27FC236}">
                <a16:creationId xmlns:a16="http://schemas.microsoft.com/office/drawing/2014/main" id="{946C7F1E-4DB9-4AA1-BFE7-D25CE25BA3C9}"/>
              </a:ext>
            </a:extLst>
          </p:cNvPr>
          <p:cNvSpPr>
            <a:spLocks noGrp="1"/>
          </p:cNvSpPr>
          <p:nvPr/>
        </p:nvSpPr>
        <p:spPr>
          <a:xfrm>
            <a:off x="3974707" y="4770358"/>
            <a:ext cx="2576919" cy="215444"/>
          </a:xfrm>
          <a:prstGeom prst="rect">
            <a:avLst/>
          </a:prstGeom>
          <a:noFill/>
        </p:spPr>
        <p:txBody>
          <a:bodyPr wrap="square">
            <a:spAutoFit/>
          </a:bodyPr>
          <a:lstStyle/>
          <a:p>
            <a:r>
              <a:rPr sz="800">
                <a:solidFill>
                  <a:srgbClr val="3C3C3C"/>
                </a:solidFill>
                <a:latin typeface="Arial"/>
                <a:ea typeface="Arial"/>
                <a:cs typeface="Arial"/>
              </a:rPr>
              <a:t>For Internal Use Only</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表格内容1">
    <p:spTree>
      <p:nvGrpSpPr>
        <p:cNvPr id="1" name=""/>
        <p:cNvGrpSpPr/>
        <p:nvPr/>
      </p:nvGrpSpPr>
      <p:grpSpPr>
        <a:xfrm>
          <a:off x="0" y="0"/>
          <a:ext cx="0" cy="0"/>
          <a:chOff x="0" y="0"/>
          <a:chExt cx="0" cy="0"/>
        </a:xfrm>
      </p:grpSpPr>
      <p:pic>
        <p:nvPicPr>
          <p:cNvPr id="25" name="Picture 8"/>
          <p:cNvPicPr>
            <a:picLocks noChangeAspect="1"/>
          </p:cNvPicPr>
          <p:nvPr/>
        </p:nvPicPr>
        <p:blipFill>
          <a:blip r:embed="rId2"/>
          <a:stretch>
            <a:fillRect/>
          </a:stretch>
        </p:blipFill>
        <p:spPr>
          <a:xfrm>
            <a:off x="0" y="0"/>
            <a:ext cx="9144000" cy="792480"/>
          </a:xfrm>
          <a:prstGeom prst="rect">
            <a:avLst/>
          </a:prstGeom>
        </p:spPr>
      </p:pic>
      <p:sp>
        <p:nvSpPr>
          <p:cNvPr id="16" name="Rectangle 21">
            <a:extLst>
              <a:ext uri="{FF2B5EF4-FFF2-40B4-BE49-F238E27FC236}">
                <a16:creationId xmlns:a16="http://schemas.microsoft.com/office/drawing/2014/main" id="{2698F58F-E842-4E7F-BEDD-7C0F1A5316EE}"/>
              </a:ext>
            </a:extLst>
          </p:cNvPr>
          <p:cNvSpPr>
            <a:spLocks noGrp="1"/>
          </p:cNvSpPr>
          <p:nvPr>
            <p:ph type="title" hasCustomPrompt="1"/>
          </p:nvPr>
        </p:nvSpPr>
        <p:spPr>
          <a:xfrm>
            <a:off x="363151" y="211632"/>
            <a:ext cx="6268655"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2300" b="1">
                <a:solidFill>
                  <a:schemeClr val="bg1"/>
                </a:solidFill>
                <a:latin typeface="+mn-lt"/>
                <a:ea typeface="+mn-lt"/>
                <a:cs typeface="+mn-lt"/>
              </a:defRPr>
            </a:lvl1pPr>
          </a:lstStyle>
          <a:p>
            <a:pPr>
              <a:buNone/>
            </a:pPr>
            <a:r>
              <a:t>Click  to add title</a:t>
            </a:r>
          </a:p>
        </p:txBody>
      </p:sp>
      <p:sp>
        <p:nvSpPr>
          <p:cNvPr id="17" name="Rectangle 22">
            <a:extLst>
              <a:ext uri="{FF2B5EF4-FFF2-40B4-BE49-F238E27FC236}">
                <a16:creationId xmlns:a16="http://schemas.microsoft.com/office/drawing/2014/main" id="{2EF2C2AA-1F4D-4487-BE4D-9C7F261BCCC0}"/>
              </a:ext>
            </a:extLst>
          </p:cNvPr>
          <p:cNvSpPr>
            <a:spLocks noGrp="1"/>
          </p:cNvSpPr>
          <p:nvPr>
            <p:ph idx="10" hasCustomPrompt="1"/>
          </p:nvPr>
        </p:nvSpPr>
        <p:spPr>
          <a:xfrm>
            <a:off x="360363" y="1296527"/>
            <a:ext cx="8432609" cy="931334"/>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mn-lt"/>
                <a:ea typeface="+mn-lt"/>
                <a:cs typeface="+mn-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Click  to add title</a:t>
            </a:r>
            <a:br/>
            <a:endParaRPr/>
          </a:p>
        </p:txBody>
      </p:sp>
      <p:pic>
        <p:nvPicPr>
          <p:cNvPr id="28" name="Picture 5"/>
          <p:cNvPicPr>
            <a:picLocks noChangeAspect="1"/>
          </p:cNvPicPr>
          <p:nvPr/>
        </p:nvPicPr>
        <p:blipFill>
          <a:blip r:embed="rId3"/>
          <a:stretch>
            <a:fillRect/>
          </a:stretch>
        </p:blipFill>
        <p:spPr>
          <a:xfrm>
            <a:off x="368300" y="4729417"/>
            <a:ext cx="8424672" cy="6096"/>
          </a:xfrm>
          <a:prstGeom prst="rect">
            <a:avLst/>
          </a:prstGeom>
          <a:ln>
            <a:solidFill>
              <a:schemeClr val="bg1">
                <a:lumMod val="65000"/>
              </a:schemeClr>
            </a:solidFill>
          </a:ln>
        </p:spPr>
      </p:pic>
      <p:sp>
        <p:nvSpPr>
          <p:cNvPr id="4" name="表格占位符 3">
            <a:extLst>
              <a:ext uri="{FF2B5EF4-FFF2-40B4-BE49-F238E27FC236}">
                <a16:creationId xmlns:a16="http://schemas.microsoft.com/office/drawing/2014/main" id="{4C609340-DEE7-49F3-833E-392344D5B894}"/>
              </a:ext>
            </a:extLst>
          </p:cNvPr>
          <p:cNvSpPr>
            <a:spLocks noGrp="1"/>
          </p:cNvSpPr>
          <p:nvPr>
            <p:ph type="tbl" idx="11"/>
          </p:nvPr>
        </p:nvSpPr>
        <p:spPr>
          <a:xfrm>
            <a:off x="368300" y="2743200"/>
            <a:ext cx="8412163" cy="1636713"/>
          </a:xfrm>
          <a:prstGeom prst="rect">
            <a:avLst/>
          </a:prstGeom>
        </p:spPr>
        <p:txBody>
          <a:bodyPr/>
          <a:lstStyle/>
          <a:p>
            <a:r>
              <a:t>单击图标添加表格</a:t>
            </a:r>
          </a:p>
        </p:txBody>
      </p:sp>
      <p:pic>
        <p:nvPicPr>
          <p:cNvPr id="30" name="图片 12"/>
          <p:cNvPicPr>
            <a:picLocks noChangeAspect="1"/>
          </p:cNvPicPr>
          <p:nvPr/>
        </p:nvPicPr>
        <p:blipFill>
          <a:blip r:embed="rId4"/>
          <a:stretch>
            <a:fillRect/>
          </a:stretch>
        </p:blipFill>
        <p:spPr>
          <a:xfrm>
            <a:off x="7299995" y="81588"/>
            <a:ext cx="1480616" cy="629304"/>
          </a:xfrm>
          <a:prstGeom prst="rect">
            <a:avLst/>
          </a:prstGeom>
        </p:spPr>
      </p:pic>
      <p:sp>
        <p:nvSpPr>
          <p:cNvPr id="14" name="文本框 13">
            <a:extLst>
              <a:ext uri="{FF2B5EF4-FFF2-40B4-BE49-F238E27FC236}">
                <a16:creationId xmlns:a16="http://schemas.microsoft.com/office/drawing/2014/main" id="{C8851889-BD56-4926-B7E4-E0E1053B849B}"/>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Arial"/>
                <a:ea typeface="Arial"/>
                <a:cs typeface="Arial"/>
              </a:rPr>
              <a:t>E Fund Management Co., Ltd.</a:t>
            </a:r>
          </a:p>
        </p:txBody>
      </p:sp>
      <p:sp>
        <p:nvSpPr>
          <p:cNvPr id="12" name="文本框 11">
            <a:extLst>
              <a:ext uri="{FF2B5EF4-FFF2-40B4-BE49-F238E27FC236}">
                <a16:creationId xmlns:a16="http://schemas.microsoft.com/office/drawing/2014/main" id="{51432477-E33E-4BC3-82B1-B81EF476D447}"/>
              </a:ext>
            </a:extLst>
          </p:cNvPr>
          <p:cNvSpPr>
            <a:spLocks noGrp="1"/>
          </p:cNvSpPr>
          <p:nvPr/>
        </p:nvSpPr>
        <p:spPr>
          <a:xfrm>
            <a:off x="4054887" y="4755072"/>
            <a:ext cx="2576919" cy="215444"/>
          </a:xfrm>
          <a:prstGeom prst="rect">
            <a:avLst/>
          </a:prstGeom>
          <a:noFill/>
        </p:spPr>
        <p:txBody>
          <a:bodyPr wrap="square">
            <a:spAutoFit/>
          </a:bodyPr>
          <a:lstStyle/>
          <a:p>
            <a:r>
              <a:rPr sz="800">
                <a:solidFill>
                  <a:srgbClr val="3C3C3C"/>
                </a:solidFill>
                <a:latin typeface="Arial"/>
                <a:ea typeface="Arial"/>
                <a:cs typeface="Arial"/>
              </a:rPr>
              <a:t>For Internal Use Only</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结尾页">
    <p:spTree>
      <p:nvGrpSpPr>
        <p:cNvPr id="1" name=""/>
        <p:cNvGrpSpPr/>
        <p:nvPr/>
      </p:nvGrpSpPr>
      <p:grpSpPr>
        <a:xfrm>
          <a:off x="0" y="0"/>
          <a:ext cx="0" cy="0"/>
          <a:chOff x="0" y="0"/>
          <a:chExt cx="0" cy="0"/>
        </a:xfrm>
      </p:grpSpPr>
      <p:pic>
        <p:nvPicPr>
          <p:cNvPr id="17" name="Picture 4"/>
          <p:cNvPicPr>
            <a:picLocks noChangeAspect="1"/>
          </p:cNvPicPr>
          <p:nvPr/>
        </p:nvPicPr>
        <p:blipFill>
          <a:blip r:embed="rId2"/>
          <a:stretch>
            <a:fillRect/>
          </a:stretch>
        </p:blipFill>
        <p:spPr>
          <a:xfrm>
            <a:off x="0" y="4355783"/>
            <a:ext cx="9144000" cy="792480"/>
          </a:xfrm>
          <a:prstGeom prst="rect">
            <a:avLst/>
          </a:prstGeom>
        </p:spPr>
      </p:pic>
      <p:sp>
        <p:nvSpPr>
          <p:cNvPr id="14" name="Rectangle 22">
            <a:extLst>
              <a:ext uri="{FF2B5EF4-FFF2-40B4-BE49-F238E27FC236}">
                <a16:creationId xmlns:a16="http://schemas.microsoft.com/office/drawing/2014/main" id="{0F8D474F-FCD9-4EC6-AFBD-DEFFDFEB784F}"/>
              </a:ext>
            </a:extLst>
          </p:cNvPr>
          <p:cNvSpPr>
            <a:spLocks noGrp="1"/>
          </p:cNvSpPr>
          <p:nvPr>
            <p:ph idx="10" hasCustomPrompt="1"/>
          </p:nvPr>
        </p:nvSpPr>
        <p:spPr>
          <a:xfrm>
            <a:off x="349052" y="1188517"/>
            <a:ext cx="4857750" cy="2087746"/>
          </a:xfrm>
          <a:prstGeom prst="rect">
            <a:avLst/>
          </a:prstGeom>
          <a:noFill/>
          <a:ln>
            <a:noFill/>
          </a:ln>
        </p:spPr>
        <p:txBody>
          <a:bodyPr vert="horz" wrap="square" lIns="0" tIns="0" rIns="0" bIns="0" anchor="t"/>
          <a:lstStyle>
            <a:lvl1pPr marL="0" indent="0" algn="l">
              <a:lnSpc>
                <a:spcPct val="100000"/>
              </a:lnSpc>
              <a:buFontTx/>
              <a:buNone/>
              <a:defRPr sz="4500" b="1" i="0" kern="1200">
                <a:solidFill>
                  <a:srgbClr val="005096"/>
                </a:solidFill>
                <a:latin typeface="+mn-lt"/>
                <a:ea typeface="+mn-lt"/>
                <a:cs typeface="+mn-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Thank You</a:t>
            </a:r>
            <a:br/>
            <a:endParaRPr/>
          </a:p>
        </p:txBody>
      </p:sp>
      <p:sp>
        <p:nvSpPr>
          <p:cNvPr id="8" name="Rectangle 22">
            <a:extLst>
              <a:ext uri="{FF2B5EF4-FFF2-40B4-BE49-F238E27FC236}">
                <a16:creationId xmlns:a16="http://schemas.microsoft.com/office/drawing/2014/main" id="{C6E8D0BE-AA89-4A63-93AF-FD9B8D69B0F9}"/>
              </a:ext>
            </a:extLst>
          </p:cNvPr>
          <p:cNvSpPr>
            <a:spLocks noGrp="1"/>
          </p:cNvSpPr>
          <p:nvPr>
            <p:ph idx="4294967295"/>
          </p:nvPr>
        </p:nvSpPr>
        <p:spPr>
          <a:xfrm>
            <a:off x="3540648" y="3518916"/>
            <a:ext cx="5239963" cy="443373"/>
          </a:xfrm>
          <a:prstGeom prst="rect">
            <a:avLst/>
          </a:prstGeom>
          <a:noFill/>
          <a:ln>
            <a:noFill/>
          </a:ln>
        </p:spPr>
        <p:txBody>
          <a:bodyPr vert="horz" wrap="square" lIns="0" tIns="0" rIns="0" bIns="0" anchor="t"/>
          <a:lstStyle>
            <a:lvl1pPr marL="0" marR="0" indent="0" algn="l" defTabSz="914400">
              <a:lnSpc>
                <a:spcPts val="950"/>
              </a:lnSpc>
              <a:spcBef>
                <a:spcPts val="0"/>
              </a:spcBef>
              <a:spcAft>
                <a:spcPct val="0"/>
              </a:spcAft>
              <a:buClrTx/>
              <a:buSzTx/>
              <a:buFontTx/>
              <a:buNone/>
              <a:defRPr sz="800" b="0" baseline="0">
                <a:solidFill>
                  <a:schemeClr val="bg1"/>
                </a:solidFill>
                <a:latin typeface="华文黑体"/>
                <a:ea typeface="华文黑体"/>
                <a:cs typeface="华文黑体"/>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lnSpc>
                <a:spcPct val="150000"/>
              </a:lnSpc>
              <a:buNone/>
            </a:pPr>
            <a:r>
              <a:rPr sz="1000" b="1">
                <a:latin typeface="黑体"/>
                <a:ea typeface="黑体"/>
                <a:cs typeface="黑体"/>
              </a:rPr>
              <a:t>单击此处编辑母版文本样式</a:t>
            </a:r>
          </a:p>
        </p:txBody>
      </p:sp>
      <p:pic>
        <p:nvPicPr>
          <p:cNvPr id="20" name="图片 6"/>
          <p:cNvPicPr>
            <a:picLocks noChangeAspect="1"/>
          </p:cNvPicPr>
          <p:nvPr/>
        </p:nvPicPr>
        <p:blipFill>
          <a:blip r:embed="rId3"/>
          <a:stretch>
            <a:fillRect/>
          </a:stretch>
        </p:blipFill>
        <p:spPr>
          <a:xfrm>
            <a:off x="7253163" y="4443086"/>
            <a:ext cx="1480616" cy="629304"/>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pic>
        <p:nvPicPr>
          <p:cNvPr id="37" name="Picture 9"/>
          <p:cNvPicPr>
            <a:picLocks noChangeAspect="1"/>
          </p:cNvPicPr>
          <p:nvPr/>
        </p:nvPicPr>
        <p:blipFill>
          <a:blip r:embed="rId2"/>
          <a:stretch>
            <a:fillRect/>
          </a:stretch>
        </p:blipFill>
        <p:spPr>
          <a:xfrm>
            <a:off x="0" y="0"/>
            <a:ext cx="9144000" cy="792480"/>
          </a:xfrm>
          <a:prstGeom prst="rect">
            <a:avLst/>
          </a:prstGeom>
        </p:spPr>
      </p:pic>
      <p:sp>
        <p:nvSpPr>
          <p:cNvPr id="17" name="Rectangle 21">
            <a:extLst>
              <a:ext uri="{FF2B5EF4-FFF2-40B4-BE49-F238E27FC236}">
                <a16:creationId xmlns:a16="http://schemas.microsoft.com/office/drawing/2014/main" id="{3A81FD9F-5551-468F-B6D2-4F99548892D1}"/>
              </a:ext>
            </a:extLst>
          </p:cNvPr>
          <p:cNvSpPr>
            <a:spLocks noGrp="1"/>
          </p:cNvSpPr>
          <p:nvPr>
            <p:ph type="title" hasCustomPrompt="1"/>
          </p:nvPr>
        </p:nvSpPr>
        <p:spPr>
          <a:xfrm>
            <a:off x="363151" y="211632"/>
            <a:ext cx="3946375"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2300">
                <a:solidFill>
                  <a:schemeClr val="bg1"/>
                </a:solidFill>
                <a:latin typeface="+mj-lt"/>
                <a:ea typeface="+mj-lt"/>
                <a:cs typeface="+mj-lt"/>
              </a:defRPr>
            </a:lvl1pPr>
          </a:lstStyle>
          <a:p>
            <a:pPr>
              <a:buNone/>
            </a:pPr>
            <a:r>
              <a:t>Click to add title</a:t>
            </a:r>
          </a:p>
        </p:txBody>
      </p:sp>
      <p:sp>
        <p:nvSpPr>
          <p:cNvPr id="33" name="Rectangle 22">
            <a:extLst>
              <a:ext uri="{FF2B5EF4-FFF2-40B4-BE49-F238E27FC236}">
                <a16:creationId xmlns:a16="http://schemas.microsoft.com/office/drawing/2014/main" id="{E5DFF8DD-2695-4250-AD51-E7A9F6A9ECF0}"/>
              </a:ext>
            </a:extLst>
          </p:cNvPr>
          <p:cNvSpPr>
            <a:spLocks noGrp="1"/>
          </p:cNvSpPr>
          <p:nvPr>
            <p:ph idx="10" hasCustomPrompt="1"/>
          </p:nvPr>
        </p:nvSpPr>
        <p:spPr>
          <a:xfrm>
            <a:off x="360363" y="1296527"/>
            <a:ext cx="8030104" cy="2479218"/>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mn-lt"/>
                <a:ea typeface="+mn-lt"/>
                <a:cs typeface="+mn-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Click to add title</a:t>
            </a:r>
          </a:p>
        </p:txBody>
      </p:sp>
      <p:pic>
        <p:nvPicPr>
          <p:cNvPr id="40" name="Picture 5"/>
          <p:cNvPicPr>
            <a:picLocks noChangeAspect="1"/>
          </p:cNvPicPr>
          <p:nvPr/>
        </p:nvPicPr>
        <p:blipFill>
          <a:blip r:embed="rId3"/>
          <a:stretch>
            <a:fillRect/>
          </a:stretch>
        </p:blipFill>
        <p:spPr>
          <a:xfrm>
            <a:off x="368300" y="4729417"/>
            <a:ext cx="8424672" cy="6096"/>
          </a:xfrm>
          <a:prstGeom prst="rect">
            <a:avLst/>
          </a:prstGeom>
          <a:ln>
            <a:solidFill>
              <a:schemeClr val="bg1">
                <a:lumMod val="65000"/>
              </a:schemeClr>
            </a:solidFill>
          </a:ln>
        </p:spPr>
      </p:pic>
      <p:sp>
        <p:nvSpPr>
          <p:cNvPr id="2" name="文本框 1">
            <a:extLst>
              <a:ext uri="{FF2B5EF4-FFF2-40B4-BE49-F238E27FC236}">
                <a16:creationId xmlns:a16="http://schemas.microsoft.com/office/drawing/2014/main" id="{5715CFE7-D344-4BAD-9C58-767F998FCA16}"/>
              </a:ext>
            </a:extLst>
          </p:cNvPr>
          <p:cNvSpPr>
            <a:spLocks noGrp="1"/>
          </p:cNvSpPr>
          <p:nvPr/>
        </p:nvSpPr>
        <p:spPr>
          <a:xfrm>
            <a:off x="368300" y="4253023"/>
            <a:ext cx="2576919" cy="338554"/>
          </a:xfrm>
          <a:prstGeom prst="rect">
            <a:avLst/>
          </a:prstGeom>
          <a:noFill/>
        </p:spPr>
        <p:txBody>
          <a:bodyPr wrap="square">
            <a:spAutoFit/>
          </a:bodyPr>
          <a:lstStyle/>
          <a:p>
            <a:endParaRPr/>
          </a:p>
        </p:txBody>
      </p:sp>
      <p:pic>
        <p:nvPicPr>
          <p:cNvPr id="42" name="图片 11"/>
          <p:cNvPicPr>
            <a:picLocks noChangeAspect="1"/>
          </p:cNvPicPr>
          <p:nvPr/>
        </p:nvPicPr>
        <p:blipFill>
          <a:blip r:embed="rId4"/>
          <a:stretch>
            <a:fillRect/>
          </a:stretch>
        </p:blipFill>
        <p:spPr>
          <a:xfrm>
            <a:off x="7299995" y="81588"/>
            <a:ext cx="1480616" cy="629304"/>
          </a:xfrm>
          <a:prstGeom prst="rect">
            <a:avLst/>
          </a:prstGeom>
        </p:spPr>
      </p:pic>
      <p:sp>
        <p:nvSpPr>
          <p:cNvPr id="13" name="文本框 12">
            <a:extLst>
              <a:ext uri="{FF2B5EF4-FFF2-40B4-BE49-F238E27FC236}">
                <a16:creationId xmlns:a16="http://schemas.microsoft.com/office/drawing/2014/main" id="{C00179F1-5EAD-4D6B-A5AC-F36E7FA137F9}"/>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Arial"/>
                <a:ea typeface="Arial"/>
                <a:cs typeface="Arial"/>
              </a:rPr>
              <a:t>E Fund Management Co., Ltd.</a:t>
            </a:r>
          </a:p>
        </p:txBody>
      </p:sp>
      <p:sp>
        <p:nvSpPr>
          <p:cNvPr id="11" name="文本框 10">
            <a:extLst>
              <a:ext uri="{FF2B5EF4-FFF2-40B4-BE49-F238E27FC236}">
                <a16:creationId xmlns:a16="http://schemas.microsoft.com/office/drawing/2014/main" id="{D66E319B-0F89-48DA-AA7D-779838F05152}"/>
              </a:ext>
            </a:extLst>
          </p:cNvPr>
          <p:cNvSpPr>
            <a:spLocks noGrp="1"/>
          </p:cNvSpPr>
          <p:nvPr/>
        </p:nvSpPr>
        <p:spPr>
          <a:xfrm>
            <a:off x="3991640" y="4765631"/>
            <a:ext cx="2576919" cy="215444"/>
          </a:xfrm>
          <a:prstGeom prst="rect">
            <a:avLst/>
          </a:prstGeom>
          <a:noFill/>
        </p:spPr>
        <p:txBody>
          <a:bodyPr wrap="square">
            <a:spAutoFit/>
          </a:bodyPr>
          <a:lstStyle/>
          <a:p>
            <a:r>
              <a:rPr sz="800">
                <a:solidFill>
                  <a:srgbClr val="3C3C3C"/>
                </a:solidFill>
                <a:latin typeface="Arial"/>
                <a:ea typeface="Arial"/>
                <a:cs typeface="Arial"/>
              </a:rPr>
              <a:t>For Internal Use Only</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图形内容2">
    <p:spTree>
      <p:nvGrpSpPr>
        <p:cNvPr id="1" name=""/>
        <p:cNvGrpSpPr/>
        <p:nvPr/>
      </p:nvGrpSpPr>
      <p:grpSpPr>
        <a:xfrm>
          <a:off x="0" y="0"/>
          <a:ext cx="0" cy="0"/>
          <a:chOff x="0" y="0"/>
          <a:chExt cx="0" cy="0"/>
        </a:xfrm>
      </p:grpSpPr>
      <p:pic>
        <p:nvPicPr>
          <p:cNvPr id="25" name="Picture 8"/>
          <p:cNvPicPr>
            <a:picLocks noChangeAspect="1"/>
          </p:cNvPicPr>
          <p:nvPr/>
        </p:nvPicPr>
        <p:blipFill>
          <a:blip r:embed="rId2"/>
          <a:stretch>
            <a:fillRect/>
          </a:stretch>
        </p:blipFill>
        <p:spPr>
          <a:xfrm>
            <a:off x="0" y="0"/>
            <a:ext cx="9144000" cy="792480"/>
          </a:xfrm>
          <a:prstGeom prst="rect">
            <a:avLst/>
          </a:prstGeom>
        </p:spPr>
      </p:pic>
      <p:pic>
        <p:nvPicPr>
          <p:cNvPr id="26" name="Picture 9"/>
          <p:cNvPicPr>
            <a:picLocks noChangeAspect="1"/>
          </p:cNvPicPr>
          <p:nvPr/>
        </p:nvPicPr>
        <p:blipFill>
          <a:blip r:embed="rId3"/>
          <a:stretch>
            <a:fillRect/>
          </a:stretch>
        </p:blipFill>
        <p:spPr>
          <a:xfrm>
            <a:off x="7390723" y="249133"/>
            <a:ext cx="1389888" cy="301752"/>
          </a:xfrm>
          <a:prstGeom prst="rect">
            <a:avLst/>
          </a:prstGeom>
        </p:spPr>
      </p:pic>
      <p:sp>
        <p:nvSpPr>
          <p:cNvPr id="16" name="Rectangle 21">
            <a:extLst>
              <a:ext uri="{FF2B5EF4-FFF2-40B4-BE49-F238E27FC236}">
                <a16:creationId xmlns:a16="http://schemas.microsoft.com/office/drawing/2014/main" id="{861753F5-9706-4612-9D56-36E472CD8FA6}"/>
              </a:ext>
            </a:extLst>
          </p:cNvPr>
          <p:cNvSpPr>
            <a:spLocks noGrp="1"/>
          </p:cNvSpPr>
          <p:nvPr>
            <p:ph type="title" hasCustomPrompt="1"/>
          </p:nvPr>
        </p:nvSpPr>
        <p:spPr>
          <a:xfrm>
            <a:off x="363151" y="211632"/>
            <a:ext cx="3946375"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2300" b="1">
                <a:solidFill>
                  <a:schemeClr val="bg1"/>
                </a:solidFill>
                <a:latin typeface="+mn-lt"/>
                <a:ea typeface="+mn-lt"/>
                <a:cs typeface="+mn-lt"/>
              </a:defRPr>
            </a:lvl1pPr>
          </a:lstStyle>
          <a:p>
            <a:pPr>
              <a:buNone/>
            </a:pPr>
            <a:r>
              <a:t>Click to add title</a:t>
            </a:r>
          </a:p>
        </p:txBody>
      </p:sp>
      <p:sp>
        <p:nvSpPr>
          <p:cNvPr id="17" name="Rectangle 22">
            <a:extLst>
              <a:ext uri="{FF2B5EF4-FFF2-40B4-BE49-F238E27FC236}">
                <a16:creationId xmlns:a16="http://schemas.microsoft.com/office/drawing/2014/main" id="{524FCBD3-4C4F-4B1C-8175-02458600D302}"/>
              </a:ext>
            </a:extLst>
          </p:cNvPr>
          <p:cNvSpPr>
            <a:spLocks noGrp="1"/>
          </p:cNvSpPr>
          <p:nvPr>
            <p:ph idx="10" hasCustomPrompt="1"/>
          </p:nvPr>
        </p:nvSpPr>
        <p:spPr>
          <a:xfrm>
            <a:off x="360363" y="1296527"/>
            <a:ext cx="4465637" cy="2479218"/>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mn-lt"/>
                <a:ea typeface="+mn-lt"/>
                <a:cs typeface="+mn-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Click to add title</a:t>
            </a:r>
          </a:p>
        </p:txBody>
      </p:sp>
      <p:pic>
        <p:nvPicPr>
          <p:cNvPr id="29" name="Picture 5"/>
          <p:cNvPicPr>
            <a:picLocks noChangeAspect="1"/>
          </p:cNvPicPr>
          <p:nvPr/>
        </p:nvPicPr>
        <p:blipFill>
          <a:blip r:embed="rId4"/>
          <a:stretch>
            <a:fillRect/>
          </a:stretch>
        </p:blipFill>
        <p:spPr>
          <a:xfrm>
            <a:off x="368300" y="4729417"/>
            <a:ext cx="8424672" cy="6096"/>
          </a:xfrm>
          <a:prstGeom prst="rect">
            <a:avLst/>
          </a:prstGeom>
          <a:ln>
            <a:solidFill>
              <a:schemeClr val="bg1">
                <a:lumMod val="65000"/>
              </a:schemeClr>
            </a:solidFill>
          </a:ln>
        </p:spPr>
      </p:pic>
      <p:sp>
        <p:nvSpPr>
          <p:cNvPr id="13" name="文本框 12">
            <a:extLst>
              <a:ext uri="{FF2B5EF4-FFF2-40B4-BE49-F238E27FC236}">
                <a16:creationId xmlns:a16="http://schemas.microsoft.com/office/drawing/2014/main" id="{1086C7E7-643D-42D9-A788-0CD789501B75}"/>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Arial"/>
                <a:ea typeface="Arial"/>
                <a:cs typeface="Arial"/>
              </a:rPr>
              <a:t>E Fund Management Co., Ltd.</a:t>
            </a:r>
          </a:p>
        </p:txBody>
      </p:sp>
      <p:sp>
        <p:nvSpPr>
          <p:cNvPr id="12" name="文本框 11">
            <a:extLst>
              <a:ext uri="{FF2B5EF4-FFF2-40B4-BE49-F238E27FC236}">
                <a16:creationId xmlns:a16="http://schemas.microsoft.com/office/drawing/2014/main" id="{7C9B07B2-A749-477F-B13C-419F2DFA3794}"/>
              </a:ext>
            </a:extLst>
          </p:cNvPr>
          <p:cNvSpPr>
            <a:spLocks noGrp="1"/>
          </p:cNvSpPr>
          <p:nvPr/>
        </p:nvSpPr>
        <p:spPr>
          <a:xfrm>
            <a:off x="4118640" y="4755072"/>
            <a:ext cx="2576919" cy="215444"/>
          </a:xfrm>
          <a:prstGeom prst="rect">
            <a:avLst/>
          </a:prstGeom>
          <a:noFill/>
        </p:spPr>
        <p:txBody>
          <a:bodyPr wrap="square">
            <a:spAutoFit/>
          </a:bodyPr>
          <a:lstStyle/>
          <a:p>
            <a:r>
              <a:rPr sz="800">
                <a:solidFill>
                  <a:srgbClr val="3C3C3C"/>
                </a:solidFill>
                <a:latin typeface="Arial"/>
                <a:ea typeface="Arial"/>
                <a:cs typeface="Arial"/>
              </a:rPr>
              <a:t>For Internal Use Only</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易方达公司概况">
    <p:spTree>
      <p:nvGrpSpPr>
        <p:cNvPr id="1" name=""/>
        <p:cNvGrpSpPr/>
        <p:nvPr/>
      </p:nvGrpSpPr>
      <p:grpSpPr>
        <a:xfrm>
          <a:off x="0" y="0"/>
          <a:ext cx="0" cy="0"/>
          <a:chOff x="0" y="0"/>
          <a:chExt cx="0" cy="0"/>
        </a:xfrm>
      </p:grpSpPr>
      <p:pic>
        <p:nvPicPr>
          <p:cNvPr id="20" name="Picture 6"/>
          <p:cNvPicPr>
            <a:picLocks noChangeAspect="1"/>
          </p:cNvPicPr>
          <p:nvPr/>
        </p:nvPicPr>
        <p:blipFill>
          <a:blip r:embed="rId2"/>
          <a:stretch>
            <a:fillRect/>
          </a:stretch>
        </p:blipFill>
        <p:spPr>
          <a:xfrm>
            <a:off x="0" y="0"/>
            <a:ext cx="9144000" cy="792480"/>
          </a:xfrm>
          <a:prstGeom prst="rect">
            <a:avLst/>
          </a:prstGeom>
        </p:spPr>
      </p:pic>
      <p:sp>
        <p:nvSpPr>
          <p:cNvPr id="5" name="Rectangle 21">
            <a:extLst>
              <a:ext uri="{FF2B5EF4-FFF2-40B4-BE49-F238E27FC236}">
                <a16:creationId xmlns:a16="http://schemas.microsoft.com/office/drawing/2014/main" id="{4AF00E4F-3B25-4F88-8311-0C72B1FF2C2D}"/>
              </a:ext>
            </a:extLst>
          </p:cNvPr>
          <p:cNvSpPr>
            <a:spLocks noGrp="1"/>
          </p:cNvSpPr>
          <p:nvPr>
            <p:ph type="title" hasCustomPrompt="1"/>
          </p:nvPr>
        </p:nvSpPr>
        <p:spPr>
          <a:xfrm>
            <a:off x="380093" y="1439173"/>
            <a:ext cx="2735640"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1400">
                <a:solidFill>
                  <a:srgbClr val="005096"/>
                </a:solidFill>
                <a:latin typeface="华文黑体_易方达"/>
                <a:ea typeface="华文黑体_易方达"/>
                <a:cs typeface="华文黑体_易方达"/>
              </a:defRPr>
            </a:lvl1pPr>
          </a:lstStyle>
          <a:p>
            <a:pPr>
              <a:buNone/>
            </a:pPr>
            <a:r>
              <a:t>单击此处编辑母版标题样式</a:t>
            </a:r>
          </a:p>
        </p:txBody>
      </p:sp>
      <p:sp>
        <p:nvSpPr>
          <p:cNvPr id="17" name="Rectangle 22">
            <a:extLst>
              <a:ext uri="{FF2B5EF4-FFF2-40B4-BE49-F238E27FC236}">
                <a16:creationId xmlns:a16="http://schemas.microsoft.com/office/drawing/2014/main" id="{62D25C24-F5E8-45AD-814B-251D279A540B}"/>
              </a:ext>
            </a:extLst>
          </p:cNvPr>
          <p:cNvSpPr>
            <a:spLocks noGrp="1"/>
          </p:cNvSpPr>
          <p:nvPr>
            <p:ph idx="1" hasCustomPrompt="1"/>
          </p:nvPr>
        </p:nvSpPr>
        <p:spPr>
          <a:xfrm>
            <a:off x="336351" y="2244696"/>
            <a:ext cx="5801981" cy="1181168"/>
          </a:xfrm>
          <a:prstGeom prst="rect">
            <a:avLst/>
          </a:prstGeom>
          <a:noFill/>
          <a:ln>
            <a:noFill/>
          </a:ln>
        </p:spPr>
        <p:txBody>
          <a:bodyPr vert="horz" wrap="square" lIns="0" tIns="0" rIns="0" bIns="0" anchor="t"/>
          <a:lstStyle>
            <a:lvl1pPr marL="0" indent="0" algn="l">
              <a:lnSpc>
                <a:spcPts val="3300"/>
              </a:lnSpc>
              <a:buFontTx/>
              <a:buNone/>
              <a:defRPr sz="2800" b="1" i="0" baseline="0">
                <a:solidFill>
                  <a:srgbClr val="005096"/>
                </a:solidFill>
                <a:latin typeface="华文黑体_易方达"/>
                <a:ea typeface="华文黑体_易方达"/>
                <a:cs typeface="华文黑体_易方达"/>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单击此处编辑母版标题样式</a:t>
            </a:r>
          </a:p>
        </p:txBody>
      </p:sp>
      <p:pic>
        <p:nvPicPr>
          <p:cNvPr id="23" name="Picture 14"/>
          <p:cNvPicPr>
            <a:picLocks noChangeAspect="1"/>
          </p:cNvPicPr>
          <p:nvPr/>
        </p:nvPicPr>
        <p:blipFill>
          <a:blip r:embed="rId3"/>
          <a:stretch>
            <a:fillRect/>
          </a:stretch>
        </p:blipFill>
        <p:spPr>
          <a:xfrm>
            <a:off x="7390723" y="249133"/>
            <a:ext cx="1389888" cy="301752"/>
          </a:xfrm>
          <a:prstGeom prst="rect">
            <a:avLst/>
          </a:prstGeom>
        </p:spPr>
      </p:pic>
      <p:sp>
        <p:nvSpPr>
          <p:cNvPr id="8" name="文本框 7">
            <a:extLst>
              <a:ext uri="{FF2B5EF4-FFF2-40B4-BE49-F238E27FC236}">
                <a16:creationId xmlns:a16="http://schemas.microsoft.com/office/drawing/2014/main" id="{7730CBF6-7451-4B60-B0CE-94D85E4F5901}"/>
              </a:ext>
            </a:extLst>
          </p:cNvPr>
          <p:cNvSpPr>
            <a:spLocks noGrp="1"/>
          </p:cNvSpPr>
          <p:nvPr/>
        </p:nvSpPr>
        <p:spPr>
          <a:xfrm>
            <a:off x="4118640" y="4764597"/>
            <a:ext cx="2576919" cy="215444"/>
          </a:xfrm>
          <a:prstGeom prst="rect">
            <a:avLst/>
          </a:prstGeom>
          <a:noFill/>
        </p:spPr>
        <p:txBody>
          <a:bodyPr wrap="square">
            <a:spAutoFit/>
          </a:bodyPr>
          <a:lstStyle/>
          <a:p>
            <a:r>
              <a:rPr sz="800">
                <a:solidFill>
                  <a:srgbClr val="3C3C3C"/>
                </a:solidFill>
                <a:latin typeface="Arial"/>
                <a:ea typeface="Arial"/>
                <a:cs typeface="Arial"/>
              </a:rPr>
              <a:t>仅供内部交流讨论，禁止外传</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3_首页">
    <p:spTree>
      <p:nvGrpSpPr>
        <p:cNvPr id="1" name=""/>
        <p:cNvGrpSpPr/>
        <p:nvPr/>
      </p:nvGrpSpPr>
      <p:grpSpPr>
        <a:xfrm>
          <a:off x="0" y="0"/>
          <a:ext cx="0" cy="0"/>
          <a:chOff x="0" y="0"/>
          <a:chExt cx="0" cy="0"/>
        </a:xfrm>
      </p:grpSpPr>
      <p:sp>
        <p:nvSpPr>
          <p:cNvPr id="9104" name="品牌实心色块"/>
          <p:cNvSpPr/>
          <p:nvPr/>
        </p:nvSpPr>
        <p:spPr>
          <a:xfrm>
            <a:off x="6912769" y="0"/>
            <a:ext cx="2231231" cy="4367213"/>
          </a:xfrm>
          <a:prstGeom prst="rect">
            <a:avLst/>
          </a:prstGeom>
          <a:solidFill>
            <a:srgbClr val="005096"/>
          </a:solidFill>
          <a:ln>
            <a:noFill/>
          </a:ln>
        </p:spPr>
        <p:txBody>
          <a:bodyPr/>
          <a:lstStyle/>
          <a:p/>
        </p:txBody>
      </p:sp>
      <p:pic>
        <p:nvPicPr>
          <p:cNvPr id="19" name="Picture 2"/>
          <p:cNvPicPr>
            <a:picLocks noChangeAspect="1"/>
          </p:cNvPicPr>
          <p:nvPr/>
        </p:nvPicPr>
        <p:blipFill>
          <a:blip r:embed="rId3"/>
          <a:stretch>
            <a:fillRect/>
          </a:stretch>
        </p:blipFill>
        <p:spPr>
          <a:xfrm>
            <a:off x="0" y="4355783"/>
            <a:ext cx="9144000" cy="792480"/>
          </a:xfrm>
          <a:prstGeom prst="rect">
            <a:avLst/>
          </a:prstGeom>
        </p:spPr>
      </p:pic>
      <p:sp>
        <p:nvSpPr>
          <p:cNvPr id="14" name="Rectangle 22">
            <a:extLst>
              <a:ext uri="{FF2B5EF4-FFF2-40B4-BE49-F238E27FC236}">
                <a16:creationId xmlns:a16="http://schemas.microsoft.com/office/drawing/2014/main" id="{D55003CB-E244-42A2-95CA-89D54CDFC80B}"/>
              </a:ext>
            </a:extLst>
          </p:cNvPr>
          <p:cNvSpPr>
            <a:spLocks noGrp="1"/>
          </p:cNvSpPr>
          <p:nvPr>
            <p:ph idx="1" hasCustomPrompt="1"/>
          </p:nvPr>
        </p:nvSpPr>
        <p:spPr>
          <a:xfrm>
            <a:off x="362992" y="1269425"/>
            <a:ext cx="4632341" cy="1753197"/>
          </a:xfrm>
          <a:prstGeom prst="rect">
            <a:avLst/>
          </a:prstGeom>
          <a:noFill/>
          <a:ln>
            <a:noFill/>
          </a:ln>
        </p:spPr>
        <p:txBody>
          <a:bodyPr vert="horz" wrap="square" lIns="0" tIns="0" rIns="0" bIns="0" anchor="t"/>
          <a:lstStyle>
            <a:lvl1pPr marL="0" indent="0" algn="l">
              <a:lnSpc>
                <a:spcPts val="3300"/>
              </a:lnSpc>
              <a:buFontTx/>
              <a:buNone/>
              <a:defRPr sz="2100" b="1" i="0">
                <a:solidFill>
                  <a:srgbClr val="005096"/>
                </a:solidFill>
                <a:latin typeface="+mj-lt"/>
                <a:ea typeface="+mj-lt"/>
                <a:cs typeface="+mj-lt"/>
              </a:defRPr>
            </a:lvl1pPr>
            <a:lvl2pPr algn="l">
              <a:lnSpc>
                <a:spcPts val="3000"/>
              </a:lnSpc>
              <a:buFontTx/>
              <a:buNone/>
              <a:defRPr sz="1300" b="0" i="0">
                <a:solidFill>
                  <a:schemeClr val="tx1"/>
                </a:solidFill>
              </a:defRPr>
            </a:lvl2pPr>
            <a:lvl3pPr>
              <a:buFontTx/>
              <a:buNone/>
              <a:defRPr/>
            </a:lvl3pPr>
            <a:lvl4pPr>
              <a:buFontTx/>
              <a:buNone/>
              <a:defRPr/>
            </a:lvl4pPr>
            <a:lvl5pPr>
              <a:buFontTx/>
              <a:buNone/>
              <a:defRPr/>
            </a:lvl5pPr>
          </a:lstStyle>
          <a:p>
            <a:pPr>
              <a:buNone/>
            </a:pPr>
            <a:r>
              <a:t>Click  to add title</a:t>
            </a:r>
          </a:p>
        </p:txBody>
      </p:sp>
      <p:sp>
        <p:nvSpPr>
          <p:cNvPr id="5" name="矩形 4">
            <a:extLst>
              <a:ext uri="{FF2B5EF4-FFF2-40B4-BE49-F238E27FC236}">
                <a16:creationId xmlns:a16="http://schemas.microsoft.com/office/drawing/2014/main" id="{BBD4FADB-A7BA-4B97-B577-4765B60C21D7}"/>
              </a:ext>
            </a:extLst>
          </p:cNvPr>
          <p:cNvSpPr>
            <a:spLocks noGrp="1"/>
          </p:cNvSpPr>
          <p:nvPr/>
        </p:nvSpPr>
        <p:spPr>
          <a:xfrm>
            <a:off x="203199" y="4385003"/>
            <a:ext cx="6530577" cy="738664"/>
          </a:xfrm>
          <a:prstGeom prst="rect">
            <a:avLst/>
          </a:prstGeom>
        </p:spPr>
        <p:txBody>
          <a:bodyPr wrap="square">
            <a:spAutoFit/>
          </a:bodyPr>
          <a:lstStyle/>
          <a:p>
            <a:pPr>
              <a:buNone/>
            </a:pPr>
            <a:r>
              <a:rPr sz="700">
                <a:solidFill>
                  <a:srgbClr val="FFFFFF"/>
                </a:solidFill>
                <a:latin typeface="Arial"/>
                <a:ea typeface="Arial"/>
                <a:cs typeface="Arial"/>
              </a:rPr>
              <a:t>This report is solely for internal use by E Fund Management Company Limited (hereinafter “the Company”) and for reference by institutional investors, sales channels and personnel of other collaborative parties who possess professional knowledge in investments. The information or opinion stated in this report shall neither constitute any offer or invitation to treat nor constitute any investment advice or guarantee of return to any person. Unless 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p>
        </p:txBody>
      </p:sp>
      <p:sp>
        <p:nvSpPr>
          <p:cNvPr id="9" name="内容占位符 8">
            <a:extLst>
              <a:ext uri="{FF2B5EF4-FFF2-40B4-BE49-F238E27FC236}">
                <a16:creationId xmlns:a16="http://schemas.microsoft.com/office/drawing/2014/main" id="{65CF398D-0296-4EA8-AF1E-64868ECB43FB}"/>
              </a:ext>
            </a:extLst>
          </p:cNvPr>
          <p:cNvSpPr>
            <a:spLocks noGrp="1"/>
          </p:cNvSpPr>
          <p:nvPr>
            <p:ph idx="10"/>
          </p:nvPr>
        </p:nvSpPr>
        <p:spPr>
          <a:xfrm>
            <a:off x="362992" y="3194835"/>
            <a:ext cx="1891110" cy="345807"/>
          </a:xfrm>
          <a:prstGeom prst="rect">
            <a:avLst/>
          </a:prstGeom>
        </p:spPr>
        <p:txBody>
          <a:bodyPr/>
          <a:lstStyle>
            <a:lvl1pPr>
              <a:buNone/>
              <a:defRPr sz="1400">
                <a:latin typeface="Arial"/>
                <a:ea typeface="Arial"/>
                <a:cs typeface="Arial"/>
              </a:defRPr>
            </a:lvl1pPr>
          </a:lstStyle>
          <a:p>
            <a:pPr>
              <a:buNone/>
            </a:pPr>
            <a:r>
              <a:t>单击此处编辑母版文本样式</a:t>
            </a:r>
          </a:p>
        </p:txBody>
      </p:sp>
      <p:pic>
        <p:nvPicPr>
          <p:cNvPr id="23" name="图片 9"/>
          <p:cNvPicPr>
            <a:picLocks noChangeAspect="1"/>
          </p:cNvPicPr>
          <p:nvPr/>
        </p:nvPicPr>
        <p:blipFill>
          <a:blip r:embed="rId4"/>
          <a:stretch>
            <a:fillRect/>
          </a:stretch>
        </p:blipFill>
        <p:spPr>
          <a:xfrm>
            <a:off x="7253163" y="4443086"/>
            <a:ext cx="1480616" cy="629304"/>
          </a:xfrm>
          <a:prstGeom prst="rect">
            <a:avLst/>
          </a:prstGeom>
        </p:spPr>
      </p:pic>
      <p:sp>
        <p:nvSpPr>
          <p:cNvPr id="2" name="矩形 1">
            <a:extLst>
              <a:ext uri="{FF2B5EF4-FFF2-40B4-BE49-F238E27FC236}">
                <a16:creationId xmlns:a16="http://schemas.microsoft.com/office/drawing/2014/main" id="{E3A60C10-6A9D-4403-886D-DE9E00C953AB}"/>
              </a:ext>
            </a:extLst>
          </p:cNvPr>
          <p:cNvSpPr>
            <a:spLocks noGrp="1"/>
          </p:cNvSpPr>
          <p:nvPr/>
        </p:nvSpPr>
        <p:spPr>
          <a:xfrm>
            <a:off x="281663" y="3925675"/>
            <a:ext cx="1645002" cy="276999"/>
          </a:xfrm>
          <a:prstGeom prst="rect">
            <a:avLst/>
          </a:prstGeom>
        </p:spPr>
        <p:txBody>
          <a:bodyPr wrap="none">
            <a:spAutoFit/>
          </a:bodyPr>
          <a:lstStyle/>
          <a:p>
            <a:r>
              <a:rPr sz="1200">
                <a:solidFill>
                  <a:srgbClr val="005096"/>
                </a:solidFill>
                <a:latin typeface="Arial"/>
                <a:ea typeface="Arial"/>
                <a:cs typeface="Arial"/>
              </a:rPr>
              <a:t>For Internal Use Only</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章节页">
    <p:spTree>
      <p:nvGrpSpPr>
        <p:cNvPr id="1" name=""/>
        <p:cNvGrpSpPr/>
        <p:nvPr/>
      </p:nvGrpSpPr>
      <p:grpSpPr>
        <a:xfrm>
          <a:off x="0" y="0"/>
          <a:ext cx="0" cy="0"/>
          <a:chOff x="0" y="0"/>
          <a:chExt cx="0" cy="0"/>
        </a:xfrm>
      </p:grpSpPr>
      <p:pic>
        <p:nvPicPr>
          <p:cNvPr id="20" name="Picture 6"/>
          <p:cNvPicPr>
            <a:picLocks noChangeAspect="1"/>
          </p:cNvPicPr>
          <p:nvPr/>
        </p:nvPicPr>
        <p:blipFill>
          <a:blip r:embed="rId2"/>
          <a:stretch>
            <a:fillRect/>
          </a:stretch>
        </p:blipFill>
        <p:spPr>
          <a:xfrm>
            <a:off x="0" y="0"/>
            <a:ext cx="9144000" cy="792480"/>
          </a:xfrm>
          <a:prstGeom prst="rect">
            <a:avLst/>
          </a:prstGeom>
        </p:spPr>
      </p:pic>
      <p:sp>
        <p:nvSpPr>
          <p:cNvPr id="5" name="Rectangle 21">
            <a:extLst>
              <a:ext uri="{FF2B5EF4-FFF2-40B4-BE49-F238E27FC236}">
                <a16:creationId xmlns:a16="http://schemas.microsoft.com/office/drawing/2014/main" id="{3AE19610-705A-4C3C-BD1F-FD44BB9E34AF}"/>
              </a:ext>
            </a:extLst>
          </p:cNvPr>
          <p:cNvSpPr>
            <a:spLocks noGrp="1"/>
          </p:cNvSpPr>
          <p:nvPr>
            <p:ph type="title" hasCustomPrompt="1"/>
          </p:nvPr>
        </p:nvSpPr>
        <p:spPr>
          <a:xfrm>
            <a:off x="380093" y="1439173"/>
            <a:ext cx="2735640"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1400">
                <a:solidFill>
                  <a:srgbClr val="005096"/>
                </a:solidFill>
                <a:latin typeface="+mj-lt"/>
                <a:ea typeface="+mj-lt"/>
                <a:cs typeface="+mj-lt"/>
              </a:defRPr>
            </a:lvl1pPr>
          </a:lstStyle>
          <a:p>
            <a:pPr>
              <a:buNone/>
            </a:pPr>
            <a:r>
              <a:t>Click  to add title</a:t>
            </a:r>
          </a:p>
        </p:txBody>
      </p:sp>
      <p:sp>
        <p:nvSpPr>
          <p:cNvPr id="17" name="Rectangle 22">
            <a:extLst>
              <a:ext uri="{FF2B5EF4-FFF2-40B4-BE49-F238E27FC236}">
                <a16:creationId xmlns:a16="http://schemas.microsoft.com/office/drawing/2014/main" id="{816DA5EF-2A52-49A2-8541-EE7E696DB76A}"/>
              </a:ext>
            </a:extLst>
          </p:cNvPr>
          <p:cNvSpPr>
            <a:spLocks noGrp="1"/>
          </p:cNvSpPr>
          <p:nvPr>
            <p:ph idx="1" hasCustomPrompt="1"/>
          </p:nvPr>
        </p:nvSpPr>
        <p:spPr>
          <a:xfrm>
            <a:off x="336351" y="2244696"/>
            <a:ext cx="5801981" cy="1181168"/>
          </a:xfrm>
          <a:prstGeom prst="rect">
            <a:avLst/>
          </a:prstGeom>
          <a:noFill/>
          <a:ln>
            <a:noFill/>
          </a:ln>
        </p:spPr>
        <p:txBody>
          <a:bodyPr vert="horz" wrap="square" lIns="0" tIns="0" rIns="0" bIns="0" anchor="t"/>
          <a:lstStyle>
            <a:lvl1pPr marL="0" indent="0" algn="l">
              <a:lnSpc>
                <a:spcPts val="3300"/>
              </a:lnSpc>
              <a:buFontTx/>
              <a:buNone/>
              <a:defRPr sz="2800" b="1" i="0" baseline="0">
                <a:solidFill>
                  <a:srgbClr val="005096"/>
                </a:solidFill>
                <a:latin typeface="+mj-lt"/>
                <a:ea typeface="+mj-lt"/>
                <a:cs typeface="+mj-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Click  to add title</a:t>
            </a:r>
          </a:p>
        </p:txBody>
      </p:sp>
      <p:pic>
        <p:nvPicPr>
          <p:cNvPr id="23" name="图片 8"/>
          <p:cNvPicPr>
            <a:picLocks noChangeAspect="1"/>
          </p:cNvPicPr>
          <p:nvPr/>
        </p:nvPicPr>
        <p:blipFill>
          <a:blip r:embed="rId3"/>
          <a:stretch>
            <a:fillRect/>
          </a:stretch>
        </p:blipFill>
        <p:spPr>
          <a:xfrm>
            <a:off x="7299995" y="81588"/>
            <a:ext cx="1480616" cy="629304"/>
          </a:xfrm>
          <a:prstGeom prst="rect">
            <a:avLst/>
          </a:prstGeom>
        </p:spPr>
      </p:pic>
      <p:sp>
        <p:nvSpPr>
          <p:cNvPr id="8" name="文本框 7">
            <a:extLst>
              <a:ext uri="{FF2B5EF4-FFF2-40B4-BE49-F238E27FC236}">
                <a16:creationId xmlns:a16="http://schemas.microsoft.com/office/drawing/2014/main" id="{10B668DF-314E-4E59-88AF-14AFC64C5D62}"/>
              </a:ext>
            </a:extLst>
          </p:cNvPr>
          <p:cNvSpPr>
            <a:spLocks noGrp="1"/>
          </p:cNvSpPr>
          <p:nvPr/>
        </p:nvSpPr>
        <p:spPr>
          <a:xfrm>
            <a:off x="4118640" y="4755072"/>
            <a:ext cx="2576919" cy="215444"/>
          </a:xfrm>
          <a:prstGeom prst="rect">
            <a:avLst/>
          </a:prstGeom>
          <a:noFill/>
        </p:spPr>
        <p:txBody>
          <a:bodyPr wrap="square">
            <a:spAutoFit/>
          </a:bodyPr>
          <a:lstStyle/>
          <a:p>
            <a:r>
              <a:rPr sz="800">
                <a:solidFill>
                  <a:srgbClr val="3C3C3C"/>
                </a:solidFill>
                <a:latin typeface="Arial"/>
                <a:ea typeface="Arial"/>
                <a:cs typeface="Arial"/>
              </a:rPr>
              <a:t>For Internal Use Only</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文字内容页">
    <p:spTree>
      <p:nvGrpSpPr>
        <p:cNvPr id="1" name=""/>
        <p:cNvGrpSpPr/>
        <p:nvPr/>
      </p:nvGrpSpPr>
      <p:grpSpPr>
        <a:xfrm>
          <a:off x="0" y="0"/>
          <a:ext cx="0" cy="0"/>
          <a:chOff x="0" y="0"/>
          <a:chExt cx="0" cy="0"/>
        </a:xfrm>
      </p:grpSpPr>
      <p:pic>
        <p:nvPicPr>
          <p:cNvPr id="37" name="Picture 9"/>
          <p:cNvPicPr>
            <a:picLocks noChangeAspect="1"/>
          </p:cNvPicPr>
          <p:nvPr/>
        </p:nvPicPr>
        <p:blipFill>
          <a:blip r:embed="rId2"/>
          <a:stretch>
            <a:fillRect/>
          </a:stretch>
        </p:blipFill>
        <p:spPr>
          <a:xfrm>
            <a:off x="0" y="0"/>
            <a:ext cx="9144000" cy="792480"/>
          </a:xfrm>
          <a:prstGeom prst="rect">
            <a:avLst/>
          </a:prstGeom>
        </p:spPr>
      </p:pic>
      <p:sp>
        <p:nvSpPr>
          <p:cNvPr id="17" name="Rectangle 21">
            <a:extLst>
              <a:ext uri="{FF2B5EF4-FFF2-40B4-BE49-F238E27FC236}">
                <a16:creationId xmlns:a16="http://schemas.microsoft.com/office/drawing/2014/main" id="{6B248C97-B29A-4008-9109-1C091E618637}"/>
              </a:ext>
            </a:extLst>
          </p:cNvPr>
          <p:cNvSpPr>
            <a:spLocks noGrp="1"/>
          </p:cNvSpPr>
          <p:nvPr>
            <p:ph type="title" hasCustomPrompt="1"/>
          </p:nvPr>
        </p:nvSpPr>
        <p:spPr>
          <a:xfrm>
            <a:off x="363151" y="211632"/>
            <a:ext cx="6191653"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2300" b="1">
                <a:solidFill>
                  <a:schemeClr val="bg1"/>
                </a:solidFill>
                <a:latin typeface="+mn-lt"/>
                <a:ea typeface="+mn-lt"/>
                <a:cs typeface="+mn-lt"/>
              </a:defRPr>
            </a:lvl1pPr>
          </a:lstStyle>
          <a:p>
            <a:pPr>
              <a:buNone/>
            </a:pPr>
            <a:r>
              <a:t>Click  to add title</a:t>
            </a:r>
          </a:p>
        </p:txBody>
      </p:sp>
      <p:sp>
        <p:nvSpPr>
          <p:cNvPr id="33" name="Rectangle 22">
            <a:extLst>
              <a:ext uri="{FF2B5EF4-FFF2-40B4-BE49-F238E27FC236}">
                <a16:creationId xmlns:a16="http://schemas.microsoft.com/office/drawing/2014/main" id="{E21E6759-C0F9-416C-A167-3DB104DA5B9C}"/>
              </a:ext>
            </a:extLst>
          </p:cNvPr>
          <p:cNvSpPr>
            <a:spLocks noGrp="1"/>
          </p:cNvSpPr>
          <p:nvPr>
            <p:ph idx="10" hasCustomPrompt="1"/>
          </p:nvPr>
        </p:nvSpPr>
        <p:spPr>
          <a:xfrm>
            <a:off x="360363" y="1296527"/>
            <a:ext cx="8030104" cy="2479218"/>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mn-lt"/>
                <a:ea typeface="+mn-lt"/>
                <a:cs typeface="+mn-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Click  to add title</a:t>
            </a:r>
          </a:p>
        </p:txBody>
      </p:sp>
      <p:pic>
        <p:nvPicPr>
          <p:cNvPr id="40" name="Picture 5"/>
          <p:cNvPicPr>
            <a:picLocks noChangeAspect="1"/>
          </p:cNvPicPr>
          <p:nvPr/>
        </p:nvPicPr>
        <p:blipFill>
          <a:blip r:embed="rId3"/>
          <a:stretch>
            <a:fillRect/>
          </a:stretch>
        </p:blipFill>
        <p:spPr>
          <a:xfrm>
            <a:off x="368300" y="4729417"/>
            <a:ext cx="8424672" cy="6096"/>
          </a:xfrm>
          <a:prstGeom prst="rect">
            <a:avLst/>
          </a:prstGeom>
          <a:ln>
            <a:solidFill>
              <a:schemeClr val="bg1">
                <a:lumMod val="65000"/>
              </a:schemeClr>
            </a:solidFill>
          </a:ln>
        </p:spPr>
      </p:pic>
      <p:sp>
        <p:nvSpPr>
          <p:cNvPr id="2" name="文本框 1">
            <a:extLst>
              <a:ext uri="{FF2B5EF4-FFF2-40B4-BE49-F238E27FC236}">
                <a16:creationId xmlns:a16="http://schemas.microsoft.com/office/drawing/2014/main" id="{61296B8C-83DC-491F-AC4D-16BABAB4C043}"/>
              </a:ext>
            </a:extLst>
          </p:cNvPr>
          <p:cNvSpPr>
            <a:spLocks noGrp="1"/>
          </p:cNvSpPr>
          <p:nvPr/>
        </p:nvSpPr>
        <p:spPr>
          <a:xfrm>
            <a:off x="368300" y="4253023"/>
            <a:ext cx="2576919" cy="338554"/>
          </a:xfrm>
          <a:prstGeom prst="rect">
            <a:avLst/>
          </a:prstGeom>
          <a:noFill/>
        </p:spPr>
        <p:txBody>
          <a:bodyPr wrap="square">
            <a:spAutoFit/>
          </a:bodyPr>
          <a:lstStyle/>
          <a:p>
            <a:endParaRPr/>
          </a:p>
        </p:txBody>
      </p:sp>
      <p:sp>
        <p:nvSpPr>
          <p:cNvPr id="3" name="文本框 2">
            <a:extLst>
              <a:ext uri="{FF2B5EF4-FFF2-40B4-BE49-F238E27FC236}">
                <a16:creationId xmlns:a16="http://schemas.microsoft.com/office/drawing/2014/main" id="{331DEA1E-19FE-44B5-B72A-25D362D64D95}"/>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Arial"/>
                <a:ea typeface="Arial"/>
                <a:cs typeface="Arial"/>
              </a:rPr>
              <a:t>E Fund Management Co., Ltd.</a:t>
            </a:r>
          </a:p>
        </p:txBody>
      </p:sp>
      <p:pic>
        <p:nvPicPr>
          <p:cNvPr id="43" name="图片 11"/>
          <p:cNvPicPr>
            <a:picLocks noChangeAspect="1"/>
          </p:cNvPicPr>
          <p:nvPr/>
        </p:nvPicPr>
        <p:blipFill>
          <a:blip r:embed="rId4"/>
          <a:stretch>
            <a:fillRect/>
          </a:stretch>
        </p:blipFill>
        <p:spPr>
          <a:xfrm>
            <a:off x="7299995" y="81588"/>
            <a:ext cx="1480616" cy="629304"/>
          </a:xfrm>
          <a:prstGeom prst="rect">
            <a:avLst/>
          </a:prstGeom>
        </p:spPr>
      </p:pic>
      <p:sp>
        <p:nvSpPr>
          <p:cNvPr id="11" name="文本框 10">
            <a:extLst>
              <a:ext uri="{FF2B5EF4-FFF2-40B4-BE49-F238E27FC236}">
                <a16:creationId xmlns:a16="http://schemas.microsoft.com/office/drawing/2014/main" id="{BC6818F4-EFEC-431D-9EE7-5F1087331923}"/>
              </a:ext>
            </a:extLst>
          </p:cNvPr>
          <p:cNvSpPr>
            <a:spLocks noGrp="1"/>
          </p:cNvSpPr>
          <p:nvPr/>
        </p:nvSpPr>
        <p:spPr>
          <a:xfrm>
            <a:off x="4118640" y="4755072"/>
            <a:ext cx="2576919" cy="215444"/>
          </a:xfrm>
          <a:prstGeom prst="rect">
            <a:avLst/>
          </a:prstGeom>
          <a:noFill/>
        </p:spPr>
        <p:txBody>
          <a:bodyPr wrap="square">
            <a:spAutoFit/>
          </a:bodyPr>
          <a:lstStyle/>
          <a:p>
            <a:r>
              <a:rPr sz="800">
                <a:solidFill>
                  <a:srgbClr val="3C3C3C"/>
                </a:solidFill>
                <a:latin typeface="Arial"/>
                <a:ea typeface="Arial"/>
                <a:cs typeface="Arial"/>
              </a:rPr>
              <a:t>For Internal Use Only</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图形内容1">
    <p:spTree>
      <p:nvGrpSpPr>
        <p:cNvPr id="1" name=""/>
        <p:cNvGrpSpPr/>
        <p:nvPr/>
      </p:nvGrpSpPr>
      <p:grpSpPr>
        <a:xfrm>
          <a:off x="0" y="0"/>
          <a:ext cx="0" cy="0"/>
          <a:chOff x="0" y="0"/>
          <a:chExt cx="0" cy="0"/>
        </a:xfrm>
      </p:grpSpPr>
      <p:pic>
        <p:nvPicPr>
          <p:cNvPr id="21" name="Picture 8"/>
          <p:cNvPicPr>
            <a:picLocks noChangeAspect="1"/>
          </p:cNvPicPr>
          <p:nvPr/>
        </p:nvPicPr>
        <p:blipFill>
          <a:blip r:embed="rId2"/>
          <a:stretch>
            <a:fillRect/>
          </a:stretch>
        </p:blipFill>
        <p:spPr>
          <a:xfrm>
            <a:off x="0" y="0"/>
            <a:ext cx="9144000" cy="792480"/>
          </a:xfrm>
          <a:prstGeom prst="rect">
            <a:avLst/>
          </a:prstGeom>
        </p:spPr>
      </p:pic>
      <p:sp>
        <p:nvSpPr>
          <p:cNvPr id="14" name="Rectangle 21">
            <a:extLst>
              <a:ext uri="{FF2B5EF4-FFF2-40B4-BE49-F238E27FC236}">
                <a16:creationId xmlns:a16="http://schemas.microsoft.com/office/drawing/2014/main" id="{C4FC0160-262E-431F-8767-CBEDD2B76E10}"/>
              </a:ext>
            </a:extLst>
          </p:cNvPr>
          <p:cNvSpPr>
            <a:spLocks noGrp="1"/>
          </p:cNvSpPr>
          <p:nvPr>
            <p:ph type="title" hasCustomPrompt="1"/>
          </p:nvPr>
        </p:nvSpPr>
        <p:spPr>
          <a:xfrm>
            <a:off x="363151" y="211632"/>
            <a:ext cx="6230154"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2300" b="1">
                <a:solidFill>
                  <a:schemeClr val="bg1"/>
                </a:solidFill>
                <a:latin typeface="+mn-lt"/>
                <a:ea typeface="+mn-lt"/>
                <a:cs typeface="+mn-lt"/>
              </a:defRPr>
            </a:lvl1pPr>
          </a:lstStyle>
          <a:p>
            <a:pPr>
              <a:buNone/>
            </a:pPr>
            <a:r>
              <a:t>Click  to add title</a:t>
            </a:r>
          </a:p>
        </p:txBody>
      </p:sp>
      <p:sp>
        <p:nvSpPr>
          <p:cNvPr id="15" name="Rectangle 22">
            <a:extLst>
              <a:ext uri="{FF2B5EF4-FFF2-40B4-BE49-F238E27FC236}">
                <a16:creationId xmlns:a16="http://schemas.microsoft.com/office/drawing/2014/main" id="{AB3E8A2E-722E-4444-8E09-1D421FA07C7E}"/>
              </a:ext>
            </a:extLst>
          </p:cNvPr>
          <p:cNvSpPr>
            <a:spLocks noGrp="1"/>
          </p:cNvSpPr>
          <p:nvPr>
            <p:ph idx="10" hasCustomPrompt="1"/>
          </p:nvPr>
        </p:nvSpPr>
        <p:spPr>
          <a:xfrm>
            <a:off x="360363" y="1296527"/>
            <a:ext cx="4465637" cy="2479218"/>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mn-lt"/>
                <a:ea typeface="+mn-lt"/>
                <a:cs typeface="+mn-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Click  to add title</a:t>
            </a:r>
          </a:p>
        </p:txBody>
      </p:sp>
      <p:pic>
        <p:nvPicPr>
          <p:cNvPr id="24" name="Picture 5"/>
          <p:cNvPicPr>
            <a:picLocks noChangeAspect="1"/>
          </p:cNvPicPr>
          <p:nvPr/>
        </p:nvPicPr>
        <p:blipFill>
          <a:blip r:embed="rId3"/>
          <a:stretch>
            <a:fillRect/>
          </a:stretch>
        </p:blipFill>
        <p:spPr>
          <a:xfrm>
            <a:off x="368300" y="4729417"/>
            <a:ext cx="8424672" cy="6096"/>
          </a:xfrm>
          <a:prstGeom prst="rect">
            <a:avLst/>
          </a:prstGeom>
          <a:ln>
            <a:solidFill>
              <a:schemeClr val="bg1">
                <a:lumMod val="65000"/>
              </a:schemeClr>
            </a:solidFill>
          </a:ln>
        </p:spPr>
      </p:pic>
      <p:pic>
        <p:nvPicPr>
          <p:cNvPr id="25" name="图片 12"/>
          <p:cNvPicPr>
            <a:picLocks noChangeAspect="1"/>
          </p:cNvPicPr>
          <p:nvPr/>
        </p:nvPicPr>
        <p:blipFill>
          <a:blip r:embed="rId4"/>
          <a:stretch>
            <a:fillRect/>
          </a:stretch>
        </p:blipFill>
        <p:spPr>
          <a:xfrm>
            <a:off x="7299995" y="81588"/>
            <a:ext cx="1480616" cy="629304"/>
          </a:xfrm>
          <a:prstGeom prst="rect">
            <a:avLst/>
          </a:prstGeom>
        </p:spPr>
      </p:pic>
      <p:sp>
        <p:nvSpPr>
          <p:cNvPr id="16" name="文本框 15">
            <a:extLst>
              <a:ext uri="{FF2B5EF4-FFF2-40B4-BE49-F238E27FC236}">
                <a16:creationId xmlns:a16="http://schemas.microsoft.com/office/drawing/2014/main" id="{1EFFA44F-CB11-4B60-9A40-B6E12E3C0F6A}"/>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Arial"/>
                <a:ea typeface="Arial"/>
                <a:cs typeface="Arial"/>
              </a:rPr>
              <a:t>E Fund Management Co., Ltd.</a:t>
            </a:r>
          </a:p>
        </p:txBody>
      </p:sp>
      <p:sp>
        <p:nvSpPr>
          <p:cNvPr id="10" name="文本框 9">
            <a:extLst>
              <a:ext uri="{FF2B5EF4-FFF2-40B4-BE49-F238E27FC236}">
                <a16:creationId xmlns:a16="http://schemas.microsoft.com/office/drawing/2014/main" id="{E7509008-6F08-4572-B505-30ECA74E19F5}"/>
              </a:ext>
            </a:extLst>
          </p:cNvPr>
          <p:cNvSpPr>
            <a:spLocks noGrp="1"/>
          </p:cNvSpPr>
          <p:nvPr/>
        </p:nvSpPr>
        <p:spPr>
          <a:xfrm>
            <a:off x="4118640" y="4755072"/>
            <a:ext cx="2576919" cy="215444"/>
          </a:xfrm>
          <a:prstGeom prst="rect">
            <a:avLst/>
          </a:prstGeom>
          <a:noFill/>
        </p:spPr>
        <p:txBody>
          <a:bodyPr wrap="square">
            <a:spAutoFit/>
          </a:bodyPr>
          <a:lstStyle/>
          <a:p>
            <a:r>
              <a:rPr sz="800">
                <a:solidFill>
                  <a:srgbClr val="3C3C3C"/>
                </a:solidFill>
                <a:latin typeface="Arial"/>
                <a:ea typeface="Arial"/>
                <a:cs typeface="Arial"/>
              </a:rPr>
              <a:t>For Internal Use Only</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表格内容1">
    <p:spTree>
      <p:nvGrpSpPr>
        <p:cNvPr id="1" name=""/>
        <p:cNvGrpSpPr/>
        <p:nvPr/>
      </p:nvGrpSpPr>
      <p:grpSpPr>
        <a:xfrm>
          <a:off x="0" y="0"/>
          <a:ext cx="0" cy="0"/>
          <a:chOff x="0" y="0"/>
          <a:chExt cx="0" cy="0"/>
        </a:xfrm>
      </p:grpSpPr>
      <p:pic>
        <p:nvPicPr>
          <p:cNvPr id="25" name="Picture 8"/>
          <p:cNvPicPr>
            <a:picLocks noChangeAspect="1"/>
          </p:cNvPicPr>
          <p:nvPr/>
        </p:nvPicPr>
        <p:blipFill>
          <a:blip r:embed="rId2"/>
          <a:stretch>
            <a:fillRect/>
          </a:stretch>
        </p:blipFill>
        <p:spPr>
          <a:xfrm>
            <a:off x="0" y="0"/>
            <a:ext cx="9144000" cy="792480"/>
          </a:xfrm>
          <a:prstGeom prst="rect">
            <a:avLst/>
          </a:prstGeom>
        </p:spPr>
      </p:pic>
      <p:sp>
        <p:nvSpPr>
          <p:cNvPr id="16" name="Rectangle 21">
            <a:extLst>
              <a:ext uri="{FF2B5EF4-FFF2-40B4-BE49-F238E27FC236}">
                <a16:creationId xmlns:a16="http://schemas.microsoft.com/office/drawing/2014/main" id="{B5EB4D92-9EAF-4C5E-99F8-47B69BD25ADE}"/>
              </a:ext>
            </a:extLst>
          </p:cNvPr>
          <p:cNvSpPr>
            <a:spLocks noGrp="1"/>
          </p:cNvSpPr>
          <p:nvPr>
            <p:ph type="title" hasCustomPrompt="1"/>
          </p:nvPr>
        </p:nvSpPr>
        <p:spPr>
          <a:xfrm>
            <a:off x="363151" y="211632"/>
            <a:ext cx="6268655"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2300" b="1">
                <a:solidFill>
                  <a:schemeClr val="bg1"/>
                </a:solidFill>
                <a:latin typeface="+mn-lt"/>
                <a:ea typeface="+mn-lt"/>
                <a:cs typeface="+mn-lt"/>
              </a:defRPr>
            </a:lvl1pPr>
          </a:lstStyle>
          <a:p>
            <a:pPr>
              <a:buNone/>
            </a:pPr>
            <a:r>
              <a:t>Click  to add title</a:t>
            </a:r>
          </a:p>
        </p:txBody>
      </p:sp>
      <p:sp>
        <p:nvSpPr>
          <p:cNvPr id="17" name="Rectangle 22">
            <a:extLst>
              <a:ext uri="{FF2B5EF4-FFF2-40B4-BE49-F238E27FC236}">
                <a16:creationId xmlns:a16="http://schemas.microsoft.com/office/drawing/2014/main" id="{93BA6810-A9C1-480A-AE43-A72945670F6E}"/>
              </a:ext>
            </a:extLst>
          </p:cNvPr>
          <p:cNvSpPr>
            <a:spLocks noGrp="1"/>
          </p:cNvSpPr>
          <p:nvPr>
            <p:ph idx="10" hasCustomPrompt="1"/>
          </p:nvPr>
        </p:nvSpPr>
        <p:spPr>
          <a:xfrm>
            <a:off x="360363" y="1296527"/>
            <a:ext cx="8432609" cy="931334"/>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mn-lt"/>
                <a:ea typeface="+mn-lt"/>
                <a:cs typeface="+mn-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Click  to add title</a:t>
            </a:r>
            <a:br/>
            <a:endParaRPr/>
          </a:p>
        </p:txBody>
      </p:sp>
      <p:pic>
        <p:nvPicPr>
          <p:cNvPr id="28" name="Picture 5"/>
          <p:cNvPicPr>
            <a:picLocks noChangeAspect="1"/>
          </p:cNvPicPr>
          <p:nvPr/>
        </p:nvPicPr>
        <p:blipFill>
          <a:blip r:embed="rId3"/>
          <a:stretch>
            <a:fillRect/>
          </a:stretch>
        </p:blipFill>
        <p:spPr>
          <a:xfrm>
            <a:off x="368300" y="4729417"/>
            <a:ext cx="8424672" cy="6096"/>
          </a:xfrm>
          <a:prstGeom prst="rect">
            <a:avLst/>
          </a:prstGeom>
          <a:ln>
            <a:solidFill>
              <a:schemeClr val="bg1">
                <a:lumMod val="65000"/>
              </a:schemeClr>
            </a:solidFill>
          </a:ln>
        </p:spPr>
      </p:pic>
      <p:sp>
        <p:nvSpPr>
          <p:cNvPr id="4" name="表格占位符 3">
            <a:extLst>
              <a:ext uri="{FF2B5EF4-FFF2-40B4-BE49-F238E27FC236}">
                <a16:creationId xmlns:a16="http://schemas.microsoft.com/office/drawing/2014/main" id="{F6248119-E8DD-4F08-972A-74009EEC1EA6}"/>
              </a:ext>
            </a:extLst>
          </p:cNvPr>
          <p:cNvSpPr>
            <a:spLocks noGrp="1"/>
          </p:cNvSpPr>
          <p:nvPr>
            <p:ph type="tbl" idx="11"/>
          </p:nvPr>
        </p:nvSpPr>
        <p:spPr>
          <a:xfrm>
            <a:off x="368300" y="2743200"/>
            <a:ext cx="8412163" cy="1636713"/>
          </a:xfrm>
          <a:prstGeom prst="rect">
            <a:avLst/>
          </a:prstGeom>
        </p:spPr>
        <p:txBody>
          <a:bodyPr/>
          <a:lstStyle/>
          <a:p>
            <a:r>
              <a:t>单击图标添加表格</a:t>
            </a:r>
          </a:p>
        </p:txBody>
      </p:sp>
      <p:pic>
        <p:nvPicPr>
          <p:cNvPr id="30" name="图片 12"/>
          <p:cNvPicPr>
            <a:picLocks noChangeAspect="1"/>
          </p:cNvPicPr>
          <p:nvPr/>
        </p:nvPicPr>
        <p:blipFill>
          <a:blip r:embed="rId4"/>
          <a:stretch>
            <a:fillRect/>
          </a:stretch>
        </p:blipFill>
        <p:spPr>
          <a:xfrm>
            <a:off x="7299995" y="81588"/>
            <a:ext cx="1480616" cy="629304"/>
          </a:xfrm>
          <a:prstGeom prst="rect">
            <a:avLst/>
          </a:prstGeom>
        </p:spPr>
      </p:pic>
      <p:sp>
        <p:nvSpPr>
          <p:cNvPr id="14" name="文本框 13">
            <a:extLst>
              <a:ext uri="{FF2B5EF4-FFF2-40B4-BE49-F238E27FC236}">
                <a16:creationId xmlns:a16="http://schemas.microsoft.com/office/drawing/2014/main" id="{073F8DDE-BD97-4664-869D-AEFA428874BB}"/>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Arial"/>
                <a:ea typeface="Arial"/>
                <a:cs typeface="Arial"/>
              </a:rPr>
              <a:t>E Fund Management Co., Ltd.</a:t>
            </a:r>
          </a:p>
        </p:txBody>
      </p:sp>
      <p:sp>
        <p:nvSpPr>
          <p:cNvPr id="10" name="文本框 9">
            <a:extLst>
              <a:ext uri="{FF2B5EF4-FFF2-40B4-BE49-F238E27FC236}">
                <a16:creationId xmlns:a16="http://schemas.microsoft.com/office/drawing/2014/main" id="{17698ABD-8D4D-433C-B7E4-62DDD6953146}"/>
              </a:ext>
            </a:extLst>
          </p:cNvPr>
          <p:cNvSpPr>
            <a:spLocks noGrp="1"/>
          </p:cNvSpPr>
          <p:nvPr/>
        </p:nvSpPr>
        <p:spPr>
          <a:xfrm>
            <a:off x="4118640" y="4755072"/>
            <a:ext cx="2576919" cy="215444"/>
          </a:xfrm>
          <a:prstGeom prst="rect">
            <a:avLst/>
          </a:prstGeom>
          <a:noFill/>
        </p:spPr>
        <p:txBody>
          <a:bodyPr wrap="square">
            <a:spAutoFit/>
          </a:bodyPr>
          <a:lstStyle/>
          <a:p>
            <a:r>
              <a:rPr sz="800">
                <a:solidFill>
                  <a:srgbClr val="3C3C3C"/>
                </a:solidFill>
                <a:latin typeface="Arial"/>
                <a:ea typeface="Arial"/>
                <a:cs typeface="Arial"/>
              </a:rPr>
              <a:t>For Internal Use Only</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pic>
        <p:nvPicPr>
          <p:cNvPr id="37" name="Picture 9"/>
          <p:cNvPicPr>
            <a:picLocks noChangeAspect="1"/>
          </p:cNvPicPr>
          <p:nvPr/>
        </p:nvPicPr>
        <p:blipFill>
          <a:blip r:embed="rId2"/>
          <a:stretch>
            <a:fillRect/>
          </a:stretch>
        </p:blipFill>
        <p:spPr>
          <a:xfrm>
            <a:off x="0" y="0"/>
            <a:ext cx="9144000" cy="792480"/>
          </a:xfrm>
          <a:prstGeom prst="rect">
            <a:avLst/>
          </a:prstGeom>
        </p:spPr>
      </p:pic>
      <p:sp>
        <p:nvSpPr>
          <p:cNvPr id="17" name="Rectangle 21">
            <a:extLst>
              <a:ext uri="{FF2B5EF4-FFF2-40B4-BE49-F238E27FC236}">
                <a16:creationId xmlns:a16="http://schemas.microsoft.com/office/drawing/2014/main" id="{128EAFC6-86B4-497B-9B24-799B4C211DCB}"/>
              </a:ext>
            </a:extLst>
          </p:cNvPr>
          <p:cNvSpPr>
            <a:spLocks noGrp="1"/>
          </p:cNvSpPr>
          <p:nvPr>
            <p:ph type="title" hasCustomPrompt="1"/>
          </p:nvPr>
        </p:nvSpPr>
        <p:spPr>
          <a:xfrm>
            <a:off x="363151" y="211632"/>
            <a:ext cx="3946375"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2300">
                <a:solidFill>
                  <a:schemeClr val="bg1"/>
                </a:solidFill>
                <a:latin typeface="+mj-lt"/>
                <a:ea typeface="+mj-lt"/>
                <a:cs typeface="+mj-lt"/>
              </a:defRPr>
            </a:lvl1pPr>
          </a:lstStyle>
          <a:p>
            <a:pPr>
              <a:buNone/>
            </a:pPr>
            <a:r>
              <a:t>Click to add title</a:t>
            </a:r>
          </a:p>
        </p:txBody>
      </p:sp>
      <p:sp>
        <p:nvSpPr>
          <p:cNvPr id="33" name="Rectangle 22">
            <a:extLst>
              <a:ext uri="{FF2B5EF4-FFF2-40B4-BE49-F238E27FC236}">
                <a16:creationId xmlns:a16="http://schemas.microsoft.com/office/drawing/2014/main" id="{76909E4D-35C0-46F0-AE2C-78243BCA379C}"/>
              </a:ext>
            </a:extLst>
          </p:cNvPr>
          <p:cNvSpPr>
            <a:spLocks noGrp="1"/>
          </p:cNvSpPr>
          <p:nvPr>
            <p:ph idx="10" hasCustomPrompt="1"/>
          </p:nvPr>
        </p:nvSpPr>
        <p:spPr>
          <a:xfrm>
            <a:off x="360363" y="1296527"/>
            <a:ext cx="8030104" cy="2479218"/>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mn-lt"/>
                <a:ea typeface="+mn-lt"/>
                <a:cs typeface="+mn-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Click to add title</a:t>
            </a:r>
          </a:p>
        </p:txBody>
      </p:sp>
      <p:pic>
        <p:nvPicPr>
          <p:cNvPr id="40" name="Picture 5"/>
          <p:cNvPicPr>
            <a:picLocks noChangeAspect="1"/>
          </p:cNvPicPr>
          <p:nvPr/>
        </p:nvPicPr>
        <p:blipFill>
          <a:blip r:embed="rId3"/>
          <a:stretch>
            <a:fillRect/>
          </a:stretch>
        </p:blipFill>
        <p:spPr>
          <a:xfrm>
            <a:off x="368300" y="4729417"/>
            <a:ext cx="8424672" cy="6096"/>
          </a:xfrm>
          <a:prstGeom prst="rect">
            <a:avLst/>
          </a:prstGeom>
          <a:ln>
            <a:solidFill>
              <a:schemeClr val="bg1">
                <a:lumMod val="65000"/>
              </a:schemeClr>
            </a:solidFill>
          </a:ln>
        </p:spPr>
      </p:pic>
      <p:sp>
        <p:nvSpPr>
          <p:cNvPr id="2" name="文本框 1">
            <a:extLst>
              <a:ext uri="{FF2B5EF4-FFF2-40B4-BE49-F238E27FC236}">
                <a16:creationId xmlns:a16="http://schemas.microsoft.com/office/drawing/2014/main" id="{79931018-770D-4BB8-9F76-00A030AB7E31}"/>
              </a:ext>
            </a:extLst>
          </p:cNvPr>
          <p:cNvSpPr>
            <a:spLocks noGrp="1"/>
          </p:cNvSpPr>
          <p:nvPr/>
        </p:nvSpPr>
        <p:spPr>
          <a:xfrm>
            <a:off x="368300" y="4253023"/>
            <a:ext cx="2576919" cy="338554"/>
          </a:xfrm>
          <a:prstGeom prst="rect">
            <a:avLst/>
          </a:prstGeom>
          <a:noFill/>
        </p:spPr>
        <p:txBody>
          <a:bodyPr wrap="square">
            <a:spAutoFit/>
          </a:bodyPr>
          <a:lstStyle/>
          <a:p>
            <a:endParaRPr/>
          </a:p>
        </p:txBody>
      </p:sp>
      <p:pic>
        <p:nvPicPr>
          <p:cNvPr id="42" name="图片 11"/>
          <p:cNvPicPr>
            <a:picLocks noChangeAspect="1"/>
          </p:cNvPicPr>
          <p:nvPr/>
        </p:nvPicPr>
        <p:blipFill>
          <a:blip r:embed="rId4"/>
          <a:stretch>
            <a:fillRect/>
          </a:stretch>
        </p:blipFill>
        <p:spPr>
          <a:xfrm>
            <a:off x="7299995" y="81588"/>
            <a:ext cx="1480616" cy="629304"/>
          </a:xfrm>
          <a:prstGeom prst="rect">
            <a:avLst/>
          </a:prstGeom>
        </p:spPr>
      </p:pic>
      <p:sp>
        <p:nvSpPr>
          <p:cNvPr id="13" name="文本框 12">
            <a:extLst>
              <a:ext uri="{FF2B5EF4-FFF2-40B4-BE49-F238E27FC236}">
                <a16:creationId xmlns:a16="http://schemas.microsoft.com/office/drawing/2014/main" id="{C5C445E7-C5A2-4EEE-8245-2CEED5A7AFEB}"/>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Arial"/>
                <a:ea typeface="Arial"/>
                <a:cs typeface="Arial"/>
              </a:rPr>
              <a:t>E Fund Management Co., Ltd.</a:t>
            </a:r>
          </a:p>
        </p:txBody>
      </p:sp>
      <p:sp>
        <p:nvSpPr>
          <p:cNvPr id="11" name="文本框 10">
            <a:extLst>
              <a:ext uri="{FF2B5EF4-FFF2-40B4-BE49-F238E27FC236}">
                <a16:creationId xmlns:a16="http://schemas.microsoft.com/office/drawing/2014/main" id="{DBDE0246-1E86-4E90-A827-F8377E54F4BD}"/>
              </a:ext>
            </a:extLst>
          </p:cNvPr>
          <p:cNvSpPr>
            <a:spLocks noGrp="1"/>
          </p:cNvSpPr>
          <p:nvPr/>
        </p:nvSpPr>
        <p:spPr>
          <a:xfrm>
            <a:off x="4118640" y="4755072"/>
            <a:ext cx="2576919" cy="215444"/>
          </a:xfrm>
          <a:prstGeom prst="rect">
            <a:avLst/>
          </a:prstGeom>
          <a:noFill/>
        </p:spPr>
        <p:txBody>
          <a:bodyPr wrap="square">
            <a:spAutoFit/>
          </a:bodyPr>
          <a:lstStyle/>
          <a:p>
            <a:r>
              <a:rPr sz="800">
                <a:solidFill>
                  <a:srgbClr val="3C3C3C"/>
                </a:solidFill>
                <a:latin typeface="Arial"/>
                <a:ea typeface="Arial"/>
                <a:cs typeface="Arial"/>
              </a:rPr>
              <a:t>For Internal Use Only</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结尾页">
    <p:spTree>
      <p:nvGrpSpPr>
        <p:cNvPr id="1" name=""/>
        <p:cNvGrpSpPr/>
        <p:nvPr/>
      </p:nvGrpSpPr>
      <p:grpSpPr>
        <a:xfrm>
          <a:off x="0" y="0"/>
          <a:ext cx="0" cy="0"/>
          <a:chOff x="0" y="0"/>
          <a:chExt cx="0" cy="0"/>
        </a:xfrm>
      </p:grpSpPr>
      <p:pic>
        <p:nvPicPr>
          <p:cNvPr id="17" name="Picture 4"/>
          <p:cNvPicPr>
            <a:picLocks noChangeAspect="1"/>
          </p:cNvPicPr>
          <p:nvPr/>
        </p:nvPicPr>
        <p:blipFill>
          <a:blip r:embed="rId2"/>
          <a:stretch>
            <a:fillRect/>
          </a:stretch>
        </p:blipFill>
        <p:spPr>
          <a:xfrm>
            <a:off x="0" y="4355783"/>
            <a:ext cx="9144000" cy="792480"/>
          </a:xfrm>
          <a:prstGeom prst="rect">
            <a:avLst/>
          </a:prstGeom>
        </p:spPr>
      </p:pic>
      <p:sp>
        <p:nvSpPr>
          <p:cNvPr id="14" name="Rectangle 22">
            <a:extLst>
              <a:ext uri="{FF2B5EF4-FFF2-40B4-BE49-F238E27FC236}">
                <a16:creationId xmlns:a16="http://schemas.microsoft.com/office/drawing/2014/main" id="{1ACE493D-4D47-4086-9080-46C332779E95}"/>
              </a:ext>
            </a:extLst>
          </p:cNvPr>
          <p:cNvSpPr>
            <a:spLocks noGrp="1"/>
          </p:cNvSpPr>
          <p:nvPr>
            <p:ph idx="10" hasCustomPrompt="1"/>
          </p:nvPr>
        </p:nvSpPr>
        <p:spPr>
          <a:xfrm>
            <a:off x="349052" y="1188517"/>
            <a:ext cx="4857750" cy="2087746"/>
          </a:xfrm>
          <a:prstGeom prst="rect">
            <a:avLst/>
          </a:prstGeom>
          <a:noFill/>
          <a:ln>
            <a:noFill/>
          </a:ln>
        </p:spPr>
        <p:txBody>
          <a:bodyPr vert="horz" wrap="square" lIns="0" tIns="0" rIns="0" bIns="0" anchor="t"/>
          <a:lstStyle>
            <a:lvl1pPr marL="0" indent="0" algn="l">
              <a:lnSpc>
                <a:spcPct val="100000"/>
              </a:lnSpc>
              <a:buFontTx/>
              <a:buNone/>
              <a:defRPr sz="4500" b="1" i="0" kern="1200">
                <a:solidFill>
                  <a:srgbClr val="005096"/>
                </a:solidFill>
                <a:latin typeface="+mn-lt"/>
                <a:ea typeface="+mn-lt"/>
                <a:cs typeface="+mn-lt"/>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Thank You</a:t>
            </a:r>
            <a:br/>
            <a:endParaRPr/>
          </a:p>
        </p:txBody>
      </p:sp>
      <p:sp>
        <p:nvSpPr>
          <p:cNvPr id="8" name="Rectangle 22">
            <a:extLst>
              <a:ext uri="{FF2B5EF4-FFF2-40B4-BE49-F238E27FC236}">
                <a16:creationId xmlns:a16="http://schemas.microsoft.com/office/drawing/2014/main" id="{6A5CE1D3-B9C7-4E92-AD8D-6DCEFC656683}"/>
              </a:ext>
            </a:extLst>
          </p:cNvPr>
          <p:cNvSpPr>
            <a:spLocks noGrp="1"/>
          </p:cNvSpPr>
          <p:nvPr>
            <p:ph idx="4294967295"/>
          </p:nvPr>
        </p:nvSpPr>
        <p:spPr>
          <a:xfrm>
            <a:off x="3540648" y="3518916"/>
            <a:ext cx="5239963" cy="443373"/>
          </a:xfrm>
          <a:prstGeom prst="rect">
            <a:avLst/>
          </a:prstGeom>
          <a:noFill/>
          <a:ln>
            <a:noFill/>
          </a:ln>
        </p:spPr>
        <p:txBody>
          <a:bodyPr vert="horz" wrap="square" lIns="0" tIns="0" rIns="0" bIns="0" anchor="t"/>
          <a:lstStyle>
            <a:lvl1pPr marL="0" marR="0" indent="0" algn="l" defTabSz="914400">
              <a:lnSpc>
                <a:spcPts val="950"/>
              </a:lnSpc>
              <a:spcBef>
                <a:spcPts val="0"/>
              </a:spcBef>
              <a:spcAft>
                <a:spcPct val="0"/>
              </a:spcAft>
              <a:buClrTx/>
              <a:buSzTx/>
              <a:buFontTx/>
              <a:buNone/>
              <a:defRPr sz="800" b="0" baseline="0">
                <a:solidFill>
                  <a:schemeClr val="bg1"/>
                </a:solidFill>
                <a:latin typeface="华文黑体"/>
                <a:ea typeface="华文黑体"/>
                <a:cs typeface="华文黑体"/>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lnSpc>
                <a:spcPct val="150000"/>
              </a:lnSpc>
              <a:buNone/>
            </a:pPr>
            <a:r>
              <a:rPr sz="1000" b="1">
                <a:latin typeface="黑体"/>
                <a:ea typeface="黑体"/>
                <a:cs typeface="黑体"/>
              </a:rPr>
              <a:t>单击此处编辑母版文本样式</a:t>
            </a:r>
          </a:p>
        </p:txBody>
      </p:sp>
      <p:pic>
        <p:nvPicPr>
          <p:cNvPr id="20" name="图片 6"/>
          <p:cNvPicPr>
            <a:picLocks noChangeAspect="1"/>
          </p:cNvPicPr>
          <p:nvPr/>
        </p:nvPicPr>
        <p:blipFill>
          <a:blip r:embed="rId3"/>
          <a:stretch>
            <a:fillRect/>
          </a:stretch>
        </p:blipFill>
        <p:spPr>
          <a:xfrm>
            <a:off x="7253163" y="4443086"/>
            <a:ext cx="1480616" cy="629304"/>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pic>
        <p:nvPicPr>
          <p:cNvPr id="37" name="Picture 9"/>
          <p:cNvPicPr>
            <a:picLocks noChangeAspect="1"/>
          </p:cNvPicPr>
          <p:nvPr/>
        </p:nvPicPr>
        <p:blipFill>
          <a:blip r:embed="rId2"/>
          <a:stretch>
            <a:fillRect/>
          </a:stretch>
        </p:blipFill>
        <p:spPr>
          <a:xfrm>
            <a:off x="0" y="0"/>
            <a:ext cx="9144000" cy="792480"/>
          </a:xfrm>
          <a:prstGeom prst="rect">
            <a:avLst/>
          </a:prstGeom>
        </p:spPr>
      </p:pic>
      <p:pic>
        <p:nvPicPr>
          <p:cNvPr id="38" name="Picture 10"/>
          <p:cNvPicPr>
            <a:picLocks noChangeAspect="1"/>
          </p:cNvPicPr>
          <p:nvPr/>
        </p:nvPicPr>
        <p:blipFill>
          <a:blip r:embed="rId3"/>
          <a:stretch>
            <a:fillRect/>
          </a:stretch>
        </p:blipFill>
        <p:spPr>
          <a:xfrm>
            <a:off x="7390723" y="249133"/>
            <a:ext cx="1389888" cy="301752"/>
          </a:xfrm>
          <a:prstGeom prst="rect">
            <a:avLst/>
          </a:prstGeom>
        </p:spPr>
      </p:pic>
      <p:sp>
        <p:nvSpPr>
          <p:cNvPr id="17" name="Rectangle 21">
            <a:extLst>
              <a:ext uri="{FF2B5EF4-FFF2-40B4-BE49-F238E27FC236}">
                <a16:creationId xmlns:a16="http://schemas.microsoft.com/office/drawing/2014/main" id="{40A30211-96A7-42B0-9E82-99A2758DC8C8}"/>
              </a:ext>
            </a:extLst>
          </p:cNvPr>
          <p:cNvSpPr>
            <a:spLocks noGrp="1"/>
          </p:cNvSpPr>
          <p:nvPr>
            <p:ph type="title" hasCustomPrompt="1"/>
          </p:nvPr>
        </p:nvSpPr>
        <p:spPr>
          <a:xfrm>
            <a:off x="363151" y="211632"/>
            <a:ext cx="3946375"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2300" b="1">
                <a:solidFill>
                  <a:schemeClr val="bg1"/>
                </a:solidFill>
                <a:latin typeface="Arial"/>
                <a:ea typeface="Arial"/>
                <a:cs typeface="Arial"/>
              </a:defRPr>
            </a:lvl1pPr>
          </a:lstStyle>
          <a:p>
            <a:pPr>
              <a:buNone/>
            </a:pPr>
            <a:r>
              <a:t>单击此处编辑母版标题样式</a:t>
            </a:r>
          </a:p>
        </p:txBody>
      </p:sp>
      <p:sp>
        <p:nvSpPr>
          <p:cNvPr id="33" name="Rectangle 22">
            <a:extLst>
              <a:ext uri="{FF2B5EF4-FFF2-40B4-BE49-F238E27FC236}">
                <a16:creationId xmlns:a16="http://schemas.microsoft.com/office/drawing/2014/main" id="{606F3268-2910-4EBC-B8AC-B1228AD56AF3}"/>
              </a:ext>
            </a:extLst>
          </p:cNvPr>
          <p:cNvSpPr>
            <a:spLocks noGrp="1"/>
          </p:cNvSpPr>
          <p:nvPr>
            <p:ph idx="10" hasCustomPrompt="1"/>
          </p:nvPr>
        </p:nvSpPr>
        <p:spPr>
          <a:xfrm>
            <a:off x="360363" y="1296527"/>
            <a:ext cx="8030104" cy="2479218"/>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Arial"/>
                <a:ea typeface="Arial"/>
                <a:cs typeface="Arial"/>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单击此处编辑母版标题样式</a:t>
            </a:r>
            <a:br/>
            <a:endParaRPr/>
          </a:p>
        </p:txBody>
      </p:sp>
      <p:pic>
        <p:nvPicPr>
          <p:cNvPr id="41" name="Picture 5"/>
          <p:cNvPicPr>
            <a:picLocks noChangeAspect="1"/>
          </p:cNvPicPr>
          <p:nvPr/>
        </p:nvPicPr>
        <p:blipFill>
          <a:blip r:embed="rId4"/>
          <a:stretch>
            <a:fillRect/>
          </a:stretch>
        </p:blipFill>
        <p:spPr>
          <a:xfrm>
            <a:off x="368300" y="4729417"/>
            <a:ext cx="8424672" cy="6096"/>
          </a:xfrm>
          <a:prstGeom prst="rect">
            <a:avLst/>
          </a:prstGeom>
          <a:ln>
            <a:solidFill>
              <a:schemeClr val="bg1">
                <a:lumMod val="65000"/>
              </a:schemeClr>
            </a:solidFill>
          </a:ln>
        </p:spPr>
      </p:pic>
      <p:sp>
        <p:nvSpPr>
          <p:cNvPr id="2" name="文本框 1">
            <a:extLst>
              <a:ext uri="{FF2B5EF4-FFF2-40B4-BE49-F238E27FC236}">
                <a16:creationId xmlns:a16="http://schemas.microsoft.com/office/drawing/2014/main" id="{5B0A9837-D70C-4DDD-9236-49B17A5DC666}"/>
              </a:ext>
            </a:extLst>
          </p:cNvPr>
          <p:cNvSpPr>
            <a:spLocks noGrp="1"/>
          </p:cNvSpPr>
          <p:nvPr/>
        </p:nvSpPr>
        <p:spPr>
          <a:xfrm>
            <a:off x="368300" y="4253023"/>
            <a:ext cx="2576919" cy="338554"/>
          </a:xfrm>
          <a:prstGeom prst="rect">
            <a:avLst/>
          </a:prstGeom>
          <a:noFill/>
        </p:spPr>
        <p:txBody>
          <a:bodyPr wrap="square">
            <a:spAutoFit/>
          </a:bodyPr>
          <a:lstStyle/>
          <a:p>
            <a:endParaRPr/>
          </a:p>
        </p:txBody>
      </p:sp>
      <p:sp>
        <p:nvSpPr>
          <p:cNvPr id="3" name="文本框 2">
            <a:extLst>
              <a:ext uri="{FF2B5EF4-FFF2-40B4-BE49-F238E27FC236}">
                <a16:creationId xmlns:a16="http://schemas.microsoft.com/office/drawing/2014/main" id="{43FE48D7-1614-4973-BC0A-9AF68D5D8E44}"/>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Arial"/>
                <a:ea typeface="Arial"/>
                <a:cs typeface="Arial"/>
              </a:rPr>
              <a:t>易方达基金管理有限公司</a:t>
            </a:r>
          </a:p>
        </p:txBody>
      </p:sp>
      <p:sp>
        <p:nvSpPr>
          <p:cNvPr id="12" name="文本框 11">
            <a:extLst>
              <a:ext uri="{FF2B5EF4-FFF2-40B4-BE49-F238E27FC236}">
                <a16:creationId xmlns:a16="http://schemas.microsoft.com/office/drawing/2014/main" id="{F560BC48-C226-49A2-A168-41DCCA448250}"/>
              </a:ext>
            </a:extLst>
          </p:cNvPr>
          <p:cNvSpPr>
            <a:spLocks noGrp="1"/>
          </p:cNvSpPr>
          <p:nvPr/>
        </p:nvSpPr>
        <p:spPr>
          <a:xfrm>
            <a:off x="4021037" y="4765631"/>
            <a:ext cx="2576919" cy="215444"/>
          </a:xfrm>
          <a:prstGeom prst="rect">
            <a:avLst/>
          </a:prstGeom>
          <a:noFill/>
        </p:spPr>
        <p:txBody>
          <a:bodyPr wrap="square">
            <a:spAutoFit/>
          </a:bodyPr>
          <a:lstStyle/>
          <a:p>
            <a:r>
              <a:rPr sz="800">
                <a:solidFill>
                  <a:srgbClr val="3C3C3C"/>
                </a:solidFill>
                <a:latin typeface="Arial"/>
                <a:ea typeface="Arial"/>
                <a:cs typeface="Arial"/>
              </a:rPr>
              <a:t>仅供内部交流讨论，禁止外传</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pic>
        <p:nvPicPr>
          <p:cNvPr id="37" name="Picture 9"/>
          <p:cNvPicPr>
            <a:picLocks noChangeAspect="1"/>
          </p:cNvPicPr>
          <p:nvPr/>
        </p:nvPicPr>
        <p:blipFill>
          <a:blip r:embed="rId2"/>
          <a:stretch>
            <a:fillRect/>
          </a:stretch>
        </p:blipFill>
        <p:spPr>
          <a:xfrm>
            <a:off x="0" y="0"/>
            <a:ext cx="9144000" cy="792480"/>
          </a:xfrm>
          <a:prstGeom prst="rect">
            <a:avLst/>
          </a:prstGeom>
        </p:spPr>
      </p:pic>
      <p:pic>
        <p:nvPicPr>
          <p:cNvPr id="38" name="Picture 10"/>
          <p:cNvPicPr>
            <a:picLocks noChangeAspect="1"/>
          </p:cNvPicPr>
          <p:nvPr/>
        </p:nvPicPr>
        <p:blipFill>
          <a:blip r:embed="rId3"/>
          <a:stretch>
            <a:fillRect/>
          </a:stretch>
        </p:blipFill>
        <p:spPr>
          <a:xfrm>
            <a:off x="7390723" y="249133"/>
            <a:ext cx="1389888" cy="301752"/>
          </a:xfrm>
          <a:prstGeom prst="rect">
            <a:avLst/>
          </a:prstGeom>
        </p:spPr>
      </p:pic>
      <p:sp>
        <p:nvSpPr>
          <p:cNvPr id="17" name="Rectangle 21">
            <a:extLst>
              <a:ext uri="{FF2B5EF4-FFF2-40B4-BE49-F238E27FC236}">
                <a16:creationId xmlns:a16="http://schemas.microsoft.com/office/drawing/2014/main" id="{F35DB4BF-B790-4340-8B5E-8A23CAEF2A4F}"/>
              </a:ext>
            </a:extLst>
          </p:cNvPr>
          <p:cNvSpPr>
            <a:spLocks noGrp="1"/>
          </p:cNvSpPr>
          <p:nvPr>
            <p:ph type="title" hasCustomPrompt="1"/>
          </p:nvPr>
        </p:nvSpPr>
        <p:spPr>
          <a:xfrm>
            <a:off x="363151" y="211632"/>
            <a:ext cx="3946375" cy="268047"/>
          </a:xfrm>
          <a:prstGeom prst="rect">
            <a:avLst/>
          </a:prstGeom>
          <a:noFill/>
          <a:ln>
            <a:noFill/>
          </a:ln>
        </p:spPr>
        <p:txBody>
          <a:bodyPr vert="horz" wrap="square" lIns="0" tIns="0" rIns="0" bIns="45720" anchor="t"/>
          <a:lstStyle>
            <a:lvl1pPr marL="0" marR="0" indent="0" algn="l" defTabSz="914400">
              <a:lnSpc>
                <a:spcPct val="100000"/>
              </a:lnSpc>
              <a:spcBef>
                <a:spcPct val="0"/>
              </a:spcBef>
              <a:spcAft>
                <a:spcPct val="0"/>
              </a:spcAft>
              <a:buClrTx/>
              <a:buSzTx/>
              <a:buFontTx/>
              <a:buNone/>
              <a:defRPr sz="2300" b="1">
                <a:solidFill>
                  <a:schemeClr val="bg1"/>
                </a:solidFill>
                <a:latin typeface="Arial"/>
                <a:ea typeface="Arial"/>
                <a:cs typeface="Arial"/>
              </a:defRPr>
            </a:lvl1pPr>
          </a:lstStyle>
          <a:p>
            <a:pPr>
              <a:buNone/>
            </a:pPr>
            <a:r>
              <a:t>单击此处编辑母版标题样式</a:t>
            </a:r>
          </a:p>
        </p:txBody>
      </p:sp>
      <p:sp>
        <p:nvSpPr>
          <p:cNvPr id="33" name="Rectangle 22">
            <a:extLst>
              <a:ext uri="{FF2B5EF4-FFF2-40B4-BE49-F238E27FC236}">
                <a16:creationId xmlns:a16="http://schemas.microsoft.com/office/drawing/2014/main" id="{C6C6089B-D2B3-48F4-AE0A-DC5561DDCE3E}"/>
              </a:ext>
            </a:extLst>
          </p:cNvPr>
          <p:cNvSpPr>
            <a:spLocks noGrp="1"/>
          </p:cNvSpPr>
          <p:nvPr>
            <p:ph idx="10" hasCustomPrompt="1"/>
          </p:nvPr>
        </p:nvSpPr>
        <p:spPr>
          <a:xfrm>
            <a:off x="360363" y="1296527"/>
            <a:ext cx="8030104" cy="2479218"/>
          </a:xfrm>
          <a:prstGeom prst="rect">
            <a:avLst/>
          </a:prstGeom>
          <a:noFill/>
          <a:ln>
            <a:noFill/>
          </a:ln>
        </p:spPr>
        <p:txBody>
          <a:bodyPr vert="horz" wrap="square" lIns="0" tIns="0" rIns="0" bIns="0" anchor="t"/>
          <a:lstStyle>
            <a:lvl1pPr marL="0" marR="0" indent="0" algn="l" defTabSz="914400">
              <a:lnSpc>
                <a:spcPts val="1800"/>
              </a:lnSpc>
              <a:spcBef>
                <a:spcPts val="0"/>
              </a:spcBef>
              <a:spcAft>
                <a:spcPct val="0"/>
              </a:spcAft>
              <a:buClrTx/>
              <a:buSzTx/>
              <a:buFontTx/>
              <a:buNone/>
              <a:defRPr sz="1500" b="0" baseline="0">
                <a:solidFill>
                  <a:srgbClr val="005096"/>
                </a:solidFill>
                <a:latin typeface="Arial"/>
                <a:ea typeface="Arial"/>
                <a:cs typeface="Arial"/>
              </a:defRPr>
            </a:lvl1pPr>
            <a:lvl2pPr algn="l">
              <a:lnSpc>
                <a:spcPts val="2400"/>
              </a:lnSpc>
              <a:buFontTx/>
              <a:buNone/>
              <a:defRPr sz="1500" baseline="0">
                <a:solidFill>
                  <a:schemeClr val="bg1"/>
                </a:solidFill>
                <a:latin typeface="Arial"/>
                <a:ea typeface="Arial"/>
                <a:cs typeface="Arial"/>
              </a:defRPr>
            </a:lvl2pPr>
            <a:lvl3pPr>
              <a:buFontTx/>
              <a:buNone/>
              <a:defRPr/>
            </a:lvl3pPr>
            <a:lvl4pPr>
              <a:buFontTx/>
              <a:buNone/>
              <a:defRPr/>
            </a:lvl4pPr>
            <a:lvl5pPr>
              <a:buFontTx/>
              <a:buNone/>
              <a:defRPr/>
            </a:lvl5pPr>
          </a:lstStyle>
          <a:p>
            <a:pPr>
              <a:buNone/>
            </a:pPr>
            <a:r>
              <a:t>单击此处编辑母版标题样式</a:t>
            </a:r>
            <a:br/>
            <a:endParaRPr/>
          </a:p>
        </p:txBody>
      </p:sp>
      <p:pic>
        <p:nvPicPr>
          <p:cNvPr id="41" name="Picture 5"/>
          <p:cNvPicPr>
            <a:picLocks noChangeAspect="1"/>
          </p:cNvPicPr>
          <p:nvPr/>
        </p:nvPicPr>
        <p:blipFill>
          <a:blip r:embed="rId4"/>
          <a:stretch>
            <a:fillRect/>
          </a:stretch>
        </p:blipFill>
        <p:spPr>
          <a:xfrm>
            <a:off x="368300" y="4729417"/>
            <a:ext cx="8424672" cy="6096"/>
          </a:xfrm>
          <a:prstGeom prst="rect">
            <a:avLst/>
          </a:prstGeom>
          <a:ln>
            <a:solidFill>
              <a:schemeClr val="bg1">
                <a:lumMod val="65000"/>
              </a:schemeClr>
            </a:solidFill>
          </a:ln>
        </p:spPr>
      </p:pic>
      <p:sp>
        <p:nvSpPr>
          <p:cNvPr id="2" name="文本框 1">
            <a:extLst>
              <a:ext uri="{FF2B5EF4-FFF2-40B4-BE49-F238E27FC236}">
                <a16:creationId xmlns:a16="http://schemas.microsoft.com/office/drawing/2014/main" id="{6D8A77F9-2D47-4D62-9FF6-605C2BF37958}"/>
              </a:ext>
            </a:extLst>
          </p:cNvPr>
          <p:cNvSpPr>
            <a:spLocks noGrp="1"/>
          </p:cNvSpPr>
          <p:nvPr/>
        </p:nvSpPr>
        <p:spPr>
          <a:xfrm>
            <a:off x="368300" y="4253023"/>
            <a:ext cx="2576919" cy="338554"/>
          </a:xfrm>
          <a:prstGeom prst="rect">
            <a:avLst/>
          </a:prstGeom>
          <a:noFill/>
        </p:spPr>
        <p:txBody>
          <a:bodyPr wrap="square">
            <a:spAutoFit/>
          </a:bodyPr>
          <a:lstStyle/>
          <a:p>
            <a:endParaRPr/>
          </a:p>
        </p:txBody>
      </p:sp>
      <p:sp>
        <p:nvSpPr>
          <p:cNvPr id="3" name="文本框 2">
            <a:extLst>
              <a:ext uri="{FF2B5EF4-FFF2-40B4-BE49-F238E27FC236}">
                <a16:creationId xmlns:a16="http://schemas.microsoft.com/office/drawing/2014/main" id="{8D74C4D9-9E11-4E77-BD80-D262D80E970C}"/>
              </a:ext>
            </a:extLst>
          </p:cNvPr>
          <p:cNvSpPr>
            <a:spLocks noGrp="1"/>
          </p:cNvSpPr>
          <p:nvPr/>
        </p:nvSpPr>
        <p:spPr>
          <a:xfrm>
            <a:off x="283240" y="4755705"/>
            <a:ext cx="2576919" cy="215444"/>
          </a:xfrm>
          <a:prstGeom prst="rect">
            <a:avLst/>
          </a:prstGeom>
          <a:noFill/>
        </p:spPr>
        <p:txBody>
          <a:bodyPr wrap="square">
            <a:spAutoFit/>
          </a:bodyPr>
          <a:lstStyle/>
          <a:p>
            <a:r>
              <a:rPr sz="800">
                <a:solidFill>
                  <a:srgbClr val="3C3C3C"/>
                </a:solidFill>
                <a:latin typeface="Arial"/>
                <a:ea typeface="Arial"/>
                <a:cs typeface="Arial"/>
              </a:rPr>
              <a:t>易方达基金管理有限公司</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1" name="Rectangle 21">
            <a:extLst>
              <a:ext uri="{FF2B5EF4-FFF2-40B4-BE49-F238E27FC236}">
                <a16:creationId xmlns:a16="http://schemas.microsoft.com/office/drawing/2014/main" id="{A0B361C7-3EC4-42D7-8CF8-AF16FB3F52C0}"/>
              </a:ext>
            </a:extLst>
          </p:cNvPr>
          <p:cNvSpPr>
            <a:spLocks noGrp="1"/>
          </p:cNvSpPr>
          <p:nvPr>
            <p:ph type="title"/>
          </p:nvPr>
        </p:nvSpPr>
        <p:spPr>
          <a:xfrm>
            <a:off x="557893" y="245837"/>
            <a:ext cx="1900465" cy="268047"/>
          </a:xfrm>
          <a:prstGeom prst="rect">
            <a:avLst/>
          </a:prstGeom>
          <a:noFill/>
          <a:ln>
            <a:noFill/>
          </a:ln>
        </p:spPr>
        <p:txBody>
          <a:bodyPr vert="horz" wrap="square" lIns="0" tIns="0" rIns="0" bIns="45720" anchor="t"/>
          <a:lstStyle/>
          <a:p>
            <a:r>
              <a:t>单击此处编辑母版标题样式</a:t>
            </a:r>
          </a:p>
        </p:txBody>
      </p:sp>
      <p:sp>
        <p:nvSpPr>
          <p:cNvPr id="2052" name="Rectangle 22">
            <a:extLst>
              <a:ext uri="{FF2B5EF4-FFF2-40B4-BE49-F238E27FC236}">
                <a16:creationId xmlns:a16="http://schemas.microsoft.com/office/drawing/2014/main" id="{A0217C45-223B-4876-A645-4BE52760E431}"/>
              </a:ext>
            </a:extLst>
          </p:cNvPr>
          <p:cNvSpPr>
            <a:spLocks noGrp="1"/>
          </p:cNvSpPr>
          <p:nvPr>
            <p:ph type="body" idx="1"/>
          </p:nvPr>
        </p:nvSpPr>
        <p:spPr>
          <a:xfrm>
            <a:off x="549276" y="2101190"/>
            <a:ext cx="7097939" cy="1256764"/>
          </a:xfrm>
          <a:prstGeom prst="rect">
            <a:avLst/>
          </a:prstGeom>
          <a:noFill/>
          <a:ln>
            <a:noFill/>
          </a:ln>
        </p:spPr>
        <p:txBody>
          <a:bodyPr vert="horz" wrap="square" lIns="0" tIns="0" rIns="0" bIns="0" anchor="t"/>
          <a:lstStyle/>
          <a:p>
            <a:pPr>
              <a:buNone/>
            </a:pPr>
            <a:r>
              <a:t>Click to edit Master text styles</a:t>
            </a:r>
          </a:p>
          <a:p>
            <a:pPr>
              <a:buNone/>
            </a:pPr>
            <a:r>
              <a:t>Second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sldNum="0" hdr="0"/>
  <p:txStyles>
    <p:titleStyle>
      <a:lvl1pPr algn="l">
        <a:spcBef>
          <a:spcPct val="0"/>
        </a:spcBef>
        <a:spcAft>
          <a:spcPct val="0"/>
        </a:spcAft>
        <a:buNone/>
        <a:defRPr sz="900" b="0" i="0" baseline="0">
          <a:solidFill>
            <a:schemeClr val="bg1"/>
          </a:solidFill>
          <a:latin typeface="Arial"/>
          <a:ea typeface="Arial"/>
          <a:cs typeface="Arial"/>
        </a:defRPr>
      </a:lvl1pPr>
      <a:lvl2pPr algn="l">
        <a:spcBef>
          <a:spcPct val="0"/>
        </a:spcBef>
        <a:spcAft>
          <a:spcPct val="0"/>
        </a:spcAft>
        <a:buNone/>
        <a:defRPr sz="3600">
          <a:solidFill>
            <a:schemeClr val="tx1"/>
          </a:solidFill>
          <a:latin typeface="黑体"/>
          <a:ea typeface="黑体"/>
          <a:cs typeface="黑体"/>
        </a:defRPr>
      </a:lvl2pPr>
      <a:lvl3pPr algn="l">
        <a:spcBef>
          <a:spcPct val="0"/>
        </a:spcBef>
        <a:spcAft>
          <a:spcPct val="0"/>
        </a:spcAft>
        <a:buNone/>
        <a:defRPr sz="3600">
          <a:solidFill>
            <a:schemeClr val="tx1"/>
          </a:solidFill>
          <a:latin typeface="黑体"/>
          <a:ea typeface="黑体"/>
          <a:cs typeface="黑体"/>
        </a:defRPr>
      </a:lvl3pPr>
      <a:lvl4pPr algn="l">
        <a:spcBef>
          <a:spcPct val="0"/>
        </a:spcBef>
        <a:spcAft>
          <a:spcPct val="0"/>
        </a:spcAft>
        <a:buNone/>
        <a:defRPr sz="3600">
          <a:solidFill>
            <a:schemeClr val="tx1"/>
          </a:solidFill>
          <a:latin typeface="黑体"/>
          <a:ea typeface="黑体"/>
          <a:cs typeface="黑体"/>
        </a:defRPr>
      </a:lvl4pPr>
      <a:lvl5pPr algn="l">
        <a:spcBef>
          <a:spcPct val="0"/>
        </a:spcBef>
        <a:spcAft>
          <a:spcPct val="0"/>
        </a:spcAft>
        <a:buNone/>
        <a:defRPr sz="3600">
          <a:solidFill>
            <a:schemeClr val="tx1"/>
          </a:solidFill>
          <a:latin typeface="黑体"/>
          <a:ea typeface="黑体"/>
          <a:cs typeface="黑体"/>
        </a:defRPr>
      </a:lvl5pPr>
      <a:lvl6pPr marL="457200" algn="l">
        <a:spcBef>
          <a:spcPct val="0"/>
        </a:spcBef>
        <a:spcAft>
          <a:spcPct val="0"/>
        </a:spcAft>
        <a:buNone/>
        <a:defRPr sz="3600">
          <a:solidFill>
            <a:srgbClr val="5F294F"/>
          </a:solidFill>
          <a:latin typeface="Arial Narrow"/>
          <a:ea typeface="Arial Narrow"/>
          <a:cs typeface="Arial Narrow"/>
        </a:defRPr>
      </a:lvl6pPr>
      <a:lvl7pPr marL="914400" algn="l">
        <a:spcBef>
          <a:spcPct val="0"/>
        </a:spcBef>
        <a:spcAft>
          <a:spcPct val="0"/>
        </a:spcAft>
        <a:buNone/>
        <a:defRPr sz="3600">
          <a:solidFill>
            <a:srgbClr val="5F294F"/>
          </a:solidFill>
          <a:latin typeface="Arial Narrow"/>
          <a:ea typeface="Arial Narrow"/>
          <a:cs typeface="Arial Narrow"/>
        </a:defRPr>
      </a:lvl7pPr>
      <a:lvl8pPr marL="1371600" algn="l">
        <a:spcBef>
          <a:spcPct val="0"/>
        </a:spcBef>
        <a:spcAft>
          <a:spcPct val="0"/>
        </a:spcAft>
        <a:buNone/>
        <a:defRPr sz="3600">
          <a:solidFill>
            <a:srgbClr val="5F294F"/>
          </a:solidFill>
          <a:latin typeface="Arial Narrow"/>
          <a:ea typeface="Arial Narrow"/>
          <a:cs typeface="Arial Narrow"/>
        </a:defRPr>
      </a:lvl8pPr>
      <a:lvl9pPr marL="1828800" algn="l">
        <a:spcBef>
          <a:spcPct val="0"/>
        </a:spcBef>
        <a:spcAft>
          <a:spcPct val="0"/>
        </a:spcAft>
        <a:buNone/>
        <a:defRPr sz="3600">
          <a:solidFill>
            <a:srgbClr val="5F294F"/>
          </a:solidFill>
          <a:latin typeface="Arial Narrow"/>
          <a:ea typeface="Arial Narrow"/>
          <a:cs typeface="Arial Narrow"/>
        </a:defRPr>
      </a:lvl9pPr>
    </p:titleStyle>
    <p:bodyStyle>
      <a:lvl1pPr marL="0" indent="-342900" algn="l">
        <a:spcBef>
          <a:spcPts val="0"/>
        </a:spcBef>
        <a:spcAft>
          <a:spcPct val="0"/>
        </a:spcAft>
        <a:buNone/>
        <a:defRPr sz="3600" b="1" baseline="0">
          <a:solidFill>
            <a:schemeClr val="bg1"/>
          </a:solidFill>
          <a:latin typeface="Arial"/>
          <a:ea typeface="Arial"/>
          <a:cs typeface="Arial"/>
        </a:defRPr>
      </a:lvl1pPr>
      <a:lvl2pPr marL="0" indent="0" algn="l">
        <a:lnSpc>
          <a:spcPts val="2400"/>
        </a:lnSpc>
        <a:spcBef>
          <a:spcPts val="0"/>
        </a:spcBef>
        <a:spcAft>
          <a:spcPct val="0"/>
        </a:spcAft>
        <a:buClr>
          <a:srgbClr val="5F294F"/>
        </a:buClr>
        <a:buFontTx/>
        <a:buNone/>
        <a:defRPr sz="1500" b="1" baseline="0">
          <a:solidFill>
            <a:schemeClr val="bg1"/>
          </a:solidFill>
          <a:latin typeface="Arial"/>
          <a:ea typeface="Arial"/>
          <a:cs typeface="Arial"/>
        </a:defRPr>
      </a:lvl2pPr>
      <a:lvl3pPr marL="396875" indent="0">
        <a:spcBef>
          <a:spcPct val="0"/>
        </a:spcBef>
        <a:spcAft>
          <a:spcPct val="0"/>
        </a:spcAft>
        <a:buClr>
          <a:srgbClr val="5F294F"/>
        </a:buClr>
        <a:buFontTx/>
        <a:buNone/>
        <a:defRPr sz="1500" b="1" baseline="0">
          <a:solidFill>
            <a:schemeClr val="tx1"/>
          </a:solidFill>
          <a:latin typeface="Arial"/>
          <a:ea typeface="Arial"/>
          <a:cs typeface="Arial"/>
        </a:defRPr>
      </a:lvl3pPr>
      <a:lvl4pPr marL="631825" indent="0">
        <a:spcBef>
          <a:spcPct val="0"/>
        </a:spcBef>
        <a:spcAft>
          <a:spcPct val="0"/>
        </a:spcAft>
        <a:buClr>
          <a:srgbClr val="5F294F"/>
        </a:buClr>
        <a:buFontTx/>
        <a:buNone/>
        <a:defRPr sz="1500" b="1" baseline="0">
          <a:solidFill>
            <a:schemeClr val="tx1"/>
          </a:solidFill>
          <a:latin typeface="Arial"/>
          <a:ea typeface="Arial"/>
          <a:cs typeface="Arial"/>
        </a:defRPr>
      </a:lvl4pPr>
      <a:lvl5pPr marL="917575" indent="0">
        <a:spcBef>
          <a:spcPct val="0"/>
        </a:spcBef>
        <a:spcAft>
          <a:spcPct val="0"/>
        </a:spcAft>
        <a:buClr>
          <a:srgbClr val="5F294F"/>
        </a:buClr>
        <a:buFontTx/>
        <a:buNone/>
        <a:defRPr sz="1500" b="1" baseline="0">
          <a:solidFill>
            <a:schemeClr val="tx1"/>
          </a:solidFill>
          <a:latin typeface="Arial"/>
          <a:ea typeface="Arial"/>
          <a:cs typeface="Arial"/>
        </a:defRPr>
      </a:lvl5pPr>
      <a:lvl6pPr marL="1541463" indent="-166688" algn="l">
        <a:spcBef>
          <a:spcPct val="0"/>
        </a:spcBef>
        <a:spcAft>
          <a:spcPct val="0"/>
        </a:spcAft>
        <a:buClr>
          <a:srgbClr val="5F294F"/>
        </a:buClr>
        <a:buFont typeface="Times"/>
        <a:buChar char="•"/>
        <a:defRPr sz="2000">
          <a:solidFill>
            <a:srgbClr val="747679"/>
          </a:solidFill>
          <a:latin typeface="+mn-lt"/>
          <a:ea typeface="+mn-lt"/>
          <a:cs typeface="+mn-lt"/>
        </a:defRPr>
      </a:lvl6pPr>
      <a:lvl7pPr marL="1998663" indent="-166688" algn="l">
        <a:spcBef>
          <a:spcPct val="0"/>
        </a:spcBef>
        <a:spcAft>
          <a:spcPct val="0"/>
        </a:spcAft>
        <a:buClr>
          <a:srgbClr val="5F294F"/>
        </a:buClr>
        <a:buFont typeface="Times"/>
        <a:buChar char="•"/>
        <a:defRPr sz="2000">
          <a:solidFill>
            <a:srgbClr val="747679"/>
          </a:solidFill>
          <a:latin typeface="+mn-lt"/>
          <a:ea typeface="+mn-lt"/>
          <a:cs typeface="+mn-lt"/>
        </a:defRPr>
      </a:lvl7pPr>
      <a:lvl8pPr marL="2455863" indent="-166688" algn="l">
        <a:spcBef>
          <a:spcPct val="0"/>
        </a:spcBef>
        <a:spcAft>
          <a:spcPct val="0"/>
        </a:spcAft>
        <a:buClr>
          <a:srgbClr val="5F294F"/>
        </a:buClr>
        <a:buFont typeface="Times"/>
        <a:buChar char="•"/>
        <a:defRPr sz="2000">
          <a:solidFill>
            <a:srgbClr val="747679"/>
          </a:solidFill>
          <a:latin typeface="+mn-lt"/>
          <a:ea typeface="+mn-lt"/>
          <a:cs typeface="+mn-lt"/>
        </a:defRPr>
      </a:lvl8pPr>
      <a:lvl9pPr marL="2913063" indent="-166688" algn="l">
        <a:spcBef>
          <a:spcPct val="0"/>
        </a:spcBef>
        <a:spcAft>
          <a:spcPct val="0"/>
        </a:spcAft>
        <a:buClr>
          <a:srgbClr val="5F294F"/>
        </a:buClr>
        <a:buFont typeface="Times"/>
        <a:buChar char="•"/>
        <a:defRPr sz="2000">
          <a:solidFill>
            <a:srgbClr val="747679"/>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 name="main-title">
            <a:extLst>
              <a:ext uri="{FF2B5EF4-FFF2-40B4-BE49-F238E27FC236}">
                <a16:creationId xmlns:a16="http://schemas.microsoft.com/office/drawing/2014/main" id="{B7373C16-6A69-4C82-9447-386E35DEF52E}"/>
              </a:ext>
            </a:extLst>
          </p:cNvPr>
          <p:cNvSpPr>
            <a:spLocks noGrp="1"/>
          </p:cNvSpPr>
          <p:nvPr/>
        </p:nvSpPr>
        <p:spPr>
          <a:xfrm>
            <a:off x="361950" y="123825"/>
            <a:ext cx="6286500" cy="457200"/>
          </a:xfrm>
          <a:prstGeom prst="rect">
            <a:avLst/>
          </a:prstGeom>
          <a:noFill/>
          <a:ln w="0">
            <a:noFill/>
            <a:prstDash val="solid"/>
          </a:ln>
        </p:spPr>
        <p:txBody>
          <a:bodyPr anchor="ctr"/>
          <a:lstStyle/>
          <a:p>
            <a:pPr algn="l">
              <a:defRPr sz="2175" b="1">
                <a:solidFill>
                  <a:srgbClr val="FFFFFF"/>
                </a:solidFill>
              </a:defRPr>
            </a:pPr>
            <a:r>
              <a:rPr sz="2175">
                <a:solidFill>
                  <a:srgbClr val="FFFFFF"/>
                </a:solidFill>
                <a:latin typeface="+mj-lt"/>
                <a:ea typeface="+mj-ea"/>
              </a:rPr>
              <a:t>EWork</a:t>
            </a:r>
            <a:r>
              <a:rPr sz="2175">
                <a:solidFill>
                  <a:srgbClr val="FFFFFF"/>
                </a:solidFill>
                <a:latin typeface="+mj-ea"/>
                <a:ea typeface="+mj-ea"/>
              </a:rPr>
              <a:t>让</a:t>
            </a:r>
            <a:r>
              <a:rPr sz="2175">
                <a:solidFill>
                  <a:srgbClr val="FFFFFF"/>
                </a:solidFill>
                <a:latin typeface="+mj-lt"/>
                <a:ea typeface="+mj-ea"/>
              </a:rPr>
              <a:t>AI</a:t>
            </a:r>
            <a:r>
              <a:rPr sz="2175">
                <a:solidFill>
                  <a:srgbClr val="FFFFFF"/>
                </a:solidFill>
                <a:latin typeface="+mj-ea"/>
                <a:ea typeface="+mj-ea"/>
              </a:rPr>
              <a:t>成为全公司的日常生产力</a:t>
            </a:r>
          </a:p>
        </p:txBody>
      </p:sp>
      <p:sp>
        <p:nvSpPr>
          <p:cNvPr id="2" name="one-platform-summary-band">
            <a:extLst>
              <a:ext uri="{FF2B5EF4-FFF2-40B4-BE49-F238E27FC236}">
                <a16:creationId xmlns:a16="http://schemas.microsoft.com/office/drawing/2014/main" id="{E1DFB7AC-C84B-4084-9346-15B35ED1D516}"/>
              </a:ext>
            </a:extLst>
          </p:cNvPr>
          <p:cNvSpPr>
            <a:spLocks noGrp="1"/>
          </p:cNvSpPr>
          <p:nvPr/>
        </p:nvSpPr>
        <p:spPr>
          <a:xfrm>
            <a:off x="571500" y="933701"/>
            <a:ext cx="8001000" cy="400050"/>
          </a:xfrm>
          <a:prstGeom prst="roundRect">
            <a:avLst>
              <a:gd name="adj" fmla="val 0"/>
            </a:avLst>
          </a:prstGeom>
          <a:solidFill>
            <a:srgbClr val="F2F3F4"/>
          </a:solidFill>
          <a:ln w="0">
            <a:noFill/>
            <a:prstDash val="solid"/>
          </a:ln>
        </p:spPr>
        <p:txBody>
          <a:bodyPr/>
          <a:lstStyle/>
          <a:p>
            <a:endParaRPr lang="zh-CN" altLang="en-US">
              <a:latin typeface="+mj-ea"/>
              <a:ea typeface="+mj-ea"/>
            </a:endParaRPr>
          </a:p>
        </p:txBody>
      </p:sp>
      <p:sp>
        <p:nvSpPr>
          <p:cNvPr id="3" name="one-platform-summary">
            <a:extLst>
              <a:ext uri="{FF2B5EF4-FFF2-40B4-BE49-F238E27FC236}">
                <a16:creationId xmlns:a16="http://schemas.microsoft.com/office/drawing/2014/main" id="{A4546306-0E7E-4D9C-8BB2-9F22187F5D80}"/>
              </a:ext>
            </a:extLst>
          </p:cNvPr>
          <p:cNvSpPr>
            <a:spLocks noGrp="1"/>
          </p:cNvSpPr>
          <p:nvPr/>
        </p:nvSpPr>
        <p:spPr>
          <a:xfrm>
            <a:off x="571500" y="990851"/>
            <a:ext cx="7905750" cy="276225"/>
          </a:xfrm>
          <a:prstGeom prst="rect">
            <a:avLst/>
          </a:prstGeom>
          <a:noFill/>
          <a:ln w="0">
            <a:noFill/>
            <a:prstDash val="solid"/>
          </a:ln>
        </p:spPr>
        <p:txBody>
          <a:bodyPr anchor="ctr"/>
          <a:lstStyle/>
          <a:p>
            <a:pPr algn="ctr">
              <a:defRPr sz="1350" b="1">
                <a:solidFill>
                  <a:srgbClr val="075A9E"/>
                </a:solidFill>
              </a:defRPr>
            </a:pPr>
            <a:r>
              <a:rPr sz="1350" b="1">
                <a:solidFill>
                  <a:srgbClr val="075A9E"/>
                </a:solidFill>
              </a:rPr>
              <a:t>一个平台，支撑人人都用、全员共创、业务增值</a:t>
            </a:r>
          </a:p>
        </p:txBody>
      </p:sp>
      <p:sp>
        <p:nvSpPr>
          <p:cNvPr id="4" name="common-use-body">
            <a:extLst>
              <a:ext uri="{FF2B5EF4-FFF2-40B4-BE49-F238E27FC236}">
                <a16:creationId xmlns:a16="http://schemas.microsoft.com/office/drawing/2014/main" id="{E24AF499-9A8E-4FFC-8CE2-8A9A25D3831D}"/>
              </a:ext>
            </a:extLst>
          </p:cNvPr>
          <p:cNvSpPr>
            <a:spLocks noGrp="1"/>
          </p:cNvSpPr>
          <p:nvPr/>
        </p:nvSpPr>
        <p:spPr>
          <a:xfrm>
            <a:off x="571500" y="2095500"/>
            <a:ext cx="2514600" cy="1714500"/>
          </a:xfrm>
          <a:prstGeom prst="rect">
            <a:avLst/>
          </a:prstGeom>
          <a:solidFill>
            <a:srgbClr val="EDF8FB"/>
          </a:solidFill>
          <a:ln w="0">
            <a:noFill/>
            <a:prstDash val="solid"/>
          </a:ln>
        </p:spPr>
        <p:txBody>
          <a:bodyPr/>
          <a:lstStyle/>
          <a:p>
            <a:endParaRPr lang="zh-CN" altLang="en-US"/>
          </a:p>
        </p:txBody>
      </p:sp>
      <p:sp>
        <p:nvSpPr>
          <p:cNvPr id="5" name="common-use-header">
            <a:extLst>
              <a:ext uri="{FF2B5EF4-FFF2-40B4-BE49-F238E27FC236}">
                <a16:creationId xmlns:a16="http://schemas.microsoft.com/office/drawing/2014/main" id="{4EEB80C1-46B1-4F57-9AC0-27F9682F7F1B}"/>
              </a:ext>
            </a:extLst>
          </p:cNvPr>
          <p:cNvSpPr>
            <a:spLocks noGrp="1"/>
          </p:cNvSpPr>
          <p:nvPr/>
        </p:nvSpPr>
        <p:spPr>
          <a:xfrm>
            <a:off x="571500" y="1428750"/>
            <a:ext cx="2514600" cy="666750"/>
          </a:xfrm>
          <a:prstGeom prst="rect">
            <a:avLst/>
          </a:prstGeom>
          <a:solidFill>
            <a:srgbClr val="12B8D7"/>
          </a:solidFill>
          <a:ln w="0">
            <a:noFill/>
            <a:prstDash val="solid"/>
          </a:ln>
        </p:spPr>
        <p:txBody>
          <a:bodyPr/>
          <a:lstStyle/>
          <a:p>
            <a:endParaRPr lang="zh-CN" altLang="en-US">
              <a:latin typeface="+mj-ea"/>
              <a:ea typeface="+mj-ea"/>
            </a:endParaRPr>
          </a:p>
        </p:txBody>
      </p:sp>
      <p:sp>
        <p:nvSpPr>
          <p:cNvPr id="6" name="common-use-title">
            <a:extLst>
              <a:ext uri="{FF2B5EF4-FFF2-40B4-BE49-F238E27FC236}">
                <a16:creationId xmlns:a16="http://schemas.microsoft.com/office/drawing/2014/main" id="{DEEB8776-7BCC-4156-B1B9-85117A8ECEE7}"/>
              </a:ext>
            </a:extLst>
          </p:cNvPr>
          <p:cNvSpPr>
            <a:spLocks noGrp="1"/>
          </p:cNvSpPr>
          <p:nvPr/>
        </p:nvSpPr>
        <p:spPr>
          <a:xfrm>
            <a:off x="742950" y="1538789"/>
            <a:ext cx="1638300" cy="295275"/>
          </a:xfrm>
          <a:prstGeom prst="rect">
            <a:avLst/>
          </a:prstGeom>
          <a:noFill/>
          <a:ln w="0">
            <a:noFill/>
            <a:prstDash val="solid"/>
          </a:ln>
        </p:spPr>
        <p:txBody>
          <a:bodyPr anchor="ctr"/>
          <a:lstStyle/>
          <a:p>
            <a:pPr algn="l">
              <a:defRPr sz="1650" b="1">
                <a:solidFill>
                  <a:srgbClr val="FFFFFF"/>
                </a:solidFill>
              </a:defRPr>
            </a:pPr>
            <a:r>
              <a:rPr sz="1650" b="1">
                <a:solidFill>
                  <a:srgbClr val="FFFFFF"/>
                </a:solidFill>
                <a:latin typeface="+mj-ea"/>
                <a:ea typeface="+mj-ea"/>
              </a:rPr>
              <a:t>人人都用</a:t>
            </a:r>
          </a:p>
        </p:txBody>
      </p:sp>
      <p:sp>
        <p:nvSpPr>
          <p:cNvPr id="7" name="common-use-meaning">
            <a:extLst>
              <a:ext uri="{FF2B5EF4-FFF2-40B4-BE49-F238E27FC236}">
                <a16:creationId xmlns:a16="http://schemas.microsoft.com/office/drawing/2014/main" id="{DAABF417-385B-4D21-8875-C337CC246F42}"/>
              </a:ext>
            </a:extLst>
          </p:cNvPr>
          <p:cNvSpPr>
            <a:spLocks noGrp="1"/>
          </p:cNvSpPr>
          <p:nvPr/>
        </p:nvSpPr>
        <p:spPr>
          <a:xfrm>
            <a:off x="742950" y="1824539"/>
            <a:ext cx="1809750" cy="190500"/>
          </a:xfrm>
          <a:prstGeom prst="rect">
            <a:avLst/>
          </a:prstGeom>
          <a:noFill/>
          <a:ln w="0">
            <a:noFill/>
            <a:prstDash val="solid"/>
          </a:ln>
        </p:spPr>
        <p:txBody>
          <a:bodyPr anchor="ctr"/>
          <a:lstStyle/>
          <a:p>
            <a:pPr algn="l">
              <a:defRPr sz="863" b="1">
                <a:solidFill>
                  <a:srgbClr val="FFFFFF"/>
                </a:solidFill>
              </a:defRPr>
            </a:pPr>
            <a:r>
              <a:rPr sz="900">
                <a:solidFill>
                  <a:srgbClr val="FFFFFF"/>
                </a:solidFill>
                <a:latin typeface="+mj-ea"/>
                <a:ea typeface="+mj-ea"/>
              </a:rPr>
              <a:t>AI融入日常工作</a:t>
            </a:r>
          </a:p>
        </p:txBody>
      </p:sp>
      <p:sp>
        <p:nvSpPr>
          <p:cNvPr id="8" name="users-value">
            <a:extLst>
              <a:ext uri="{FF2B5EF4-FFF2-40B4-BE49-F238E27FC236}">
                <a16:creationId xmlns:a16="http://schemas.microsoft.com/office/drawing/2014/main" id="{A4E37B55-4805-4220-B830-EDBE59ED3D7B}"/>
              </a:ext>
            </a:extLst>
          </p:cNvPr>
          <p:cNvSpPr>
            <a:spLocks noGrp="1"/>
          </p:cNvSpPr>
          <p:nvPr/>
        </p:nvSpPr>
        <p:spPr>
          <a:xfrm>
            <a:off x="723900" y="2228850"/>
            <a:ext cx="1047750" cy="400050"/>
          </a:xfrm>
          <a:prstGeom prst="rect">
            <a:avLst/>
          </a:prstGeom>
          <a:noFill/>
          <a:ln w="0">
            <a:noFill/>
            <a:prstDash val="solid"/>
          </a:ln>
        </p:spPr>
        <p:txBody>
          <a:bodyPr anchor="ctr"/>
          <a:lstStyle/>
          <a:p>
            <a:pPr algn="ctr">
              <a:defRPr sz="2250" b="1">
                <a:solidFill>
                  <a:srgbClr val="00A7C8"/>
                </a:solidFill>
              </a:defRPr>
            </a:pPr>
            <a:r>
              <a:rPr sz="2250" b="1">
                <a:solidFill>
                  <a:srgbClr val="00A7C8"/>
                </a:solidFill>
              </a:rPr>
              <a:t>千余人</a:t>
            </a:r>
          </a:p>
        </p:txBody>
      </p:sp>
      <p:sp>
        <p:nvSpPr>
          <p:cNvPr id="9" name="users-label">
            <a:extLst>
              <a:ext uri="{FF2B5EF4-FFF2-40B4-BE49-F238E27FC236}">
                <a16:creationId xmlns:a16="http://schemas.microsoft.com/office/drawing/2014/main" id="{6348DCBB-F30D-4376-88EE-C5128E3E9838}"/>
              </a:ext>
            </a:extLst>
          </p:cNvPr>
          <p:cNvSpPr>
            <a:spLocks noGrp="1"/>
          </p:cNvSpPr>
          <p:nvPr/>
        </p:nvSpPr>
        <p:spPr>
          <a:xfrm>
            <a:off x="723900" y="2600325"/>
            <a:ext cx="1047750" cy="171450"/>
          </a:xfrm>
          <a:prstGeom prst="rect">
            <a:avLst/>
          </a:prstGeom>
          <a:noFill/>
          <a:ln w="0">
            <a:noFill/>
            <a:prstDash val="solid"/>
          </a:ln>
        </p:spPr>
        <p:txBody>
          <a:bodyPr anchor="ctr"/>
          <a:lstStyle/>
          <a:p>
            <a:pPr algn="ctr">
              <a:defRPr sz="788" b="1">
                <a:solidFill>
                  <a:srgbClr val="5F6F7E"/>
                </a:solidFill>
              </a:defRPr>
            </a:pPr>
            <a:r>
              <a:rPr sz="900" b="1">
                <a:solidFill>
                  <a:srgbClr val="5F6F7E"/>
                </a:solidFill>
              </a:rPr>
              <a:t>平台用户</a:t>
            </a:r>
          </a:p>
        </p:txBody>
      </p:sp>
      <p:sp>
        <p:nvSpPr>
          <p:cNvPr id="10" name="dau-value">
            <a:extLst>
              <a:ext uri="{FF2B5EF4-FFF2-40B4-BE49-F238E27FC236}">
                <a16:creationId xmlns:a16="http://schemas.microsoft.com/office/drawing/2014/main" id="{521F1FC9-FB1D-4DE8-AEEE-3CF3938E71AC}"/>
              </a:ext>
            </a:extLst>
          </p:cNvPr>
          <p:cNvSpPr>
            <a:spLocks noGrp="1"/>
          </p:cNvSpPr>
          <p:nvPr/>
        </p:nvSpPr>
        <p:spPr>
          <a:xfrm>
            <a:off x="1885950" y="2228850"/>
            <a:ext cx="1047750" cy="400050"/>
          </a:xfrm>
          <a:prstGeom prst="rect">
            <a:avLst/>
          </a:prstGeom>
          <a:noFill/>
          <a:ln w="0">
            <a:noFill/>
            <a:prstDash val="solid"/>
          </a:ln>
        </p:spPr>
        <p:txBody>
          <a:bodyPr anchor="ctr"/>
          <a:lstStyle/>
          <a:p>
            <a:pPr algn="ctr">
              <a:defRPr sz="2250" b="1">
                <a:solidFill>
                  <a:srgbClr val="00A7C8"/>
                </a:solidFill>
              </a:defRPr>
            </a:pPr>
            <a:r>
              <a:rPr sz="2250" b="1">
                <a:solidFill>
                  <a:srgbClr val="00A7C8"/>
                </a:solidFill>
              </a:rPr>
              <a:t>近千人</a:t>
            </a:r>
          </a:p>
        </p:txBody>
      </p:sp>
      <p:sp>
        <p:nvSpPr>
          <p:cNvPr id="11" name="dau-label">
            <a:extLst>
              <a:ext uri="{FF2B5EF4-FFF2-40B4-BE49-F238E27FC236}">
                <a16:creationId xmlns:a16="http://schemas.microsoft.com/office/drawing/2014/main" id="{4930EDD6-0A38-4835-8094-499BBC7BA1CE}"/>
              </a:ext>
            </a:extLst>
          </p:cNvPr>
          <p:cNvSpPr>
            <a:spLocks noGrp="1"/>
          </p:cNvSpPr>
          <p:nvPr/>
        </p:nvSpPr>
        <p:spPr>
          <a:xfrm>
            <a:off x="1885950" y="2600325"/>
            <a:ext cx="1047750" cy="171450"/>
          </a:xfrm>
          <a:prstGeom prst="rect">
            <a:avLst/>
          </a:prstGeom>
          <a:noFill/>
          <a:ln w="0">
            <a:noFill/>
            <a:prstDash val="solid"/>
          </a:ln>
        </p:spPr>
        <p:txBody>
          <a:bodyPr anchor="ctr"/>
          <a:lstStyle/>
          <a:p>
            <a:pPr algn="ctr">
              <a:defRPr sz="788" b="1">
                <a:solidFill>
                  <a:srgbClr val="5F6F7E"/>
                </a:solidFill>
              </a:defRPr>
            </a:pPr>
            <a:r>
              <a:rPr sz="900" b="1">
                <a:solidFill>
                  <a:srgbClr val="5F6F7E"/>
                </a:solidFill>
              </a:rPr>
              <a:t>近90天日均活跃</a:t>
            </a:r>
          </a:p>
        </p:txBody>
      </p:sp>
      <p:sp>
        <p:nvSpPr>
          <p:cNvPr id="12" name="common-use-proof">
            <a:extLst>
              <a:ext uri="{FF2B5EF4-FFF2-40B4-BE49-F238E27FC236}">
                <a16:creationId xmlns:a16="http://schemas.microsoft.com/office/drawing/2014/main" id="{11E84403-73E3-47BB-8E6F-F685F74495A2}"/>
              </a:ext>
            </a:extLst>
          </p:cNvPr>
          <p:cNvSpPr>
            <a:spLocks noGrp="1"/>
          </p:cNvSpPr>
          <p:nvPr/>
        </p:nvSpPr>
        <p:spPr>
          <a:xfrm>
            <a:off x="723900" y="2980323"/>
            <a:ext cx="2209800" cy="695325"/>
          </a:xfrm>
          <a:prstGeom prst="roundRect">
            <a:avLst>
              <a:gd name="adj" fmla="val 0"/>
            </a:avLst>
          </a:prstGeom>
          <a:solidFill>
            <a:srgbClr val="FFFFFF"/>
          </a:solidFill>
          <a:ln w="0">
            <a:noFill/>
            <a:prstDash val="solid"/>
          </a:ln>
        </p:spPr>
        <p:txBody>
          <a:bodyPr/>
          <a:lstStyle/>
          <a:p>
            <a:endParaRPr lang="zh-CN" altLang="en-US"/>
          </a:p>
        </p:txBody>
      </p:sp>
      <p:sp>
        <p:nvSpPr>
          <p:cNvPr id="13" name="common-use-proof-divider">
            <a:extLst>
              <a:ext uri="{FF2B5EF4-FFF2-40B4-BE49-F238E27FC236}">
                <a16:creationId xmlns:a16="http://schemas.microsoft.com/office/drawing/2014/main" id="{788138EE-B0B1-4CB6-86B2-09CF40DF41E7}"/>
              </a:ext>
            </a:extLst>
          </p:cNvPr>
          <p:cNvSpPr>
            <a:spLocks noGrp="1"/>
          </p:cNvSpPr>
          <p:nvPr/>
        </p:nvSpPr>
        <p:spPr>
          <a:xfrm>
            <a:off x="1828800" y="3161298"/>
            <a:ext cx="9525" cy="409575"/>
          </a:xfrm>
          <a:prstGeom prst="rect">
            <a:avLst/>
          </a:prstGeom>
          <a:solidFill>
            <a:srgbClr val="D5E6EC"/>
          </a:solidFill>
          <a:ln w="0">
            <a:noFill/>
            <a:prstDash val="solid"/>
          </a:ln>
        </p:spPr>
        <p:txBody>
          <a:bodyPr/>
          <a:lstStyle/>
          <a:p>
            <a:endParaRPr lang="zh-CN" altLang="en-US"/>
          </a:p>
        </p:txBody>
      </p:sp>
      <p:sp>
        <p:nvSpPr>
          <p:cNvPr id="14" name="calls-value">
            <a:extLst>
              <a:ext uri="{FF2B5EF4-FFF2-40B4-BE49-F238E27FC236}">
                <a16:creationId xmlns:a16="http://schemas.microsoft.com/office/drawing/2014/main" id="{37C4A688-3025-41BD-AA44-258F774CA5C2}"/>
              </a:ext>
            </a:extLst>
          </p:cNvPr>
          <p:cNvSpPr>
            <a:spLocks noGrp="1"/>
          </p:cNvSpPr>
          <p:nvPr/>
        </p:nvSpPr>
        <p:spPr>
          <a:xfrm>
            <a:off x="781050" y="3104148"/>
            <a:ext cx="990600" cy="266700"/>
          </a:xfrm>
          <a:prstGeom prst="rect">
            <a:avLst/>
          </a:prstGeom>
          <a:noFill/>
          <a:ln w="0">
            <a:noFill/>
            <a:prstDash val="solid"/>
          </a:ln>
        </p:spPr>
        <p:txBody>
          <a:bodyPr anchor="ctr"/>
          <a:lstStyle/>
          <a:p>
            <a:pPr algn="ctr">
              <a:defRPr sz="1725" b="1">
                <a:solidFill>
                  <a:srgbClr val="075A9E"/>
                </a:solidFill>
              </a:defRPr>
            </a:pPr>
            <a:r>
              <a:rPr sz="1725" b="1" dirty="0">
                <a:solidFill>
                  <a:srgbClr val="075A9E"/>
                </a:solidFill>
              </a:rPr>
              <a:t>百万级</a:t>
            </a:r>
            <a:r>
              <a:rPr sz="1725" b="1" dirty="0" smtClean="0">
                <a:solidFill>
                  <a:srgbClr val="075A9E"/>
                </a:solidFill>
              </a:rPr>
              <a:t/>
            </a:r>
            <a:r>
              <a:rPr lang="zh-CN" altLang="en-US" sz="1725" b="1" dirty="0" smtClean="0">
                <a:solidFill>
                  <a:srgbClr val="075A9E"/>
                </a:solidFill>
              </a:rPr>
              <a:t/>
            </a:r>
            <a:endParaRPr sz="1725" b="1" dirty="0">
              <a:solidFill>
                <a:srgbClr val="075A9E"/>
              </a:solidFill>
            </a:endParaRPr>
          </a:p>
        </p:txBody>
      </p:sp>
      <p:sp>
        <p:nvSpPr>
          <p:cNvPr id="15" name="calls-label">
            <a:extLst>
              <a:ext uri="{FF2B5EF4-FFF2-40B4-BE49-F238E27FC236}">
                <a16:creationId xmlns:a16="http://schemas.microsoft.com/office/drawing/2014/main" id="{3AE34CA3-96D8-4F1D-9E71-1CC5D79420A9}"/>
              </a:ext>
            </a:extLst>
          </p:cNvPr>
          <p:cNvSpPr>
            <a:spLocks noGrp="1"/>
          </p:cNvSpPr>
          <p:nvPr/>
        </p:nvSpPr>
        <p:spPr>
          <a:xfrm>
            <a:off x="781050" y="3370848"/>
            <a:ext cx="990600" cy="180975"/>
          </a:xfrm>
          <a:prstGeom prst="rect">
            <a:avLst/>
          </a:prstGeom>
          <a:noFill/>
          <a:ln w="0">
            <a:noFill/>
            <a:prstDash val="solid"/>
          </a:ln>
        </p:spPr>
        <p:txBody>
          <a:bodyPr anchor="ctr"/>
          <a:lstStyle/>
          <a:p>
            <a:pPr algn="ctr">
              <a:defRPr sz="713" b="1">
                <a:solidFill>
                  <a:srgbClr val="5F6F7E"/>
                </a:solidFill>
              </a:defRPr>
            </a:pPr>
            <a:r>
              <a:rPr sz="713" b="1">
                <a:solidFill>
                  <a:srgbClr val="5F6F7E"/>
                </a:solidFill>
              </a:rPr>
              <a:t>近90天模型调用</a:t>
            </a:r>
          </a:p>
        </p:txBody>
      </p:sp>
      <p:sp>
        <p:nvSpPr>
          <p:cNvPr id="16" name="token-value">
            <a:extLst>
              <a:ext uri="{FF2B5EF4-FFF2-40B4-BE49-F238E27FC236}">
                <a16:creationId xmlns:a16="http://schemas.microsoft.com/office/drawing/2014/main" id="{8EB1D27C-B597-4BCC-B648-2934AE8B90CD}"/>
              </a:ext>
            </a:extLst>
          </p:cNvPr>
          <p:cNvSpPr>
            <a:spLocks noGrp="1"/>
          </p:cNvSpPr>
          <p:nvPr/>
        </p:nvSpPr>
        <p:spPr>
          <a:xfrm>
            <a:off x="1885950" y="3104148"/>
            <a:ext cx="990600" cy="266700"/>
          </a:xfrm>
          <a:prstGeom prst="rect">
            <a:avLst/>
          </a:prstGeom>
          <a:noFill/>
          <a:ln w="0">
            <a:noFill/>
            <a:prstDash val="solid"/>
          </a:ln>
        </p:spPr>
        <p:txBody>
          <a:bodyPr anchor="ctr"/>
          <a:lstStyle/>
          <a:p>
            <a:pPr algn="ctr">
              <a:defRPr sz="1575" b="1">
                <a:solidFill>
                  <a:srgbClr val="075A9E"/>
                </a:solidFill>
              </a:defRPr>
            </a:pPr>
            <a:r>
              <a:rPr sz="1575" b="1">
                <a:solidFill>
                  <a:srgbClr val="075A9E"/>
                </a:solidFill>
              </a:rPr>
              <a:t>千亿级</a:t>
            </a:r>
          </a:p>
        </p:txBody>
      </p:sp>
      <p:sp>
        <p:nvSpPr>
          <p:cNvPr id="17" name="token-label">
            <a:extLst>
              <a:ext uri="{FF2B5EF4-FFF2-40B4-BE49-F238E27FC236}">
                <a16:creationId xmlns:a16="http://schemas.microsoft.com/office/drawing/2014/main" id="{EABD8E70-9347-4536-85F5-9EE84A3755C0}"/>
              </a:ext>
            </a:extLst>
          </p:cNvPr>
          <p:cNvSpPr>
            <a:spLocks noGrp="1"/>
          </p:cNvSpPr>
          <p:nvPr/>
        </p:nvSpPr>
        <p:spPr>
          <a:xfrm>
            <a:off x="1885950" y="3370848"/>
            <a:ext cx="990600" cy="180975"/>
          </a:xfrm>
          <a:prstGeom prst="rect">
            <a:avLst/>
          </a:prstGeom>
          <a:noFill/>
          <a:ln w="0">
            <a:noFill/>
            <a:prstDash val="solid"/>
          </a:ln>
        </p:spPr>
        <p:txBody>
          <a:bodyPr anchor="ctr"/>
          <a:lstStyle/>
          <a:p>
            <a:pPr algn="ctr">
              <a:defRPr sz="713" b="1">
                <a:solidFill>
                  <a:srgbClr val="5F6F7E"/>
                </a:solidFill>
              </a:defRPr>
            </a:pPr>
            <a:r>
              <a:rPr sz="713" b="1">
                <a:solidFill>
                  <a:srgbClr val="5F6F7E"/>
                </a:solidFill>
              </a:rPr>
              <a:t>近90天Token用量</a:t>
            </a:r>
          </a:p>
        </p:txBody>
      </p:sp>
      <p:sp>
        <p:nvSpPr>
          <p:cNvPr id="18" name="co-create-body">
            <a:extLst>
              <a:ext uri="{FF2B5EF4-FFF2-40B4-BE49-F238E27FC236}">
                <a16:creationId xmlns:a16="http://schemas.microsoft.com/office/drawing/2014/main" id="{4F478A84-FE2D-407A-AD04-7CAA6FFFFC13}"/>
              </a:ext>
            </a:extLst>
          </p:cNvPr>
          <p:cNvSpPr>
            <a:spLocks noGrp="1"/>
          </p:cNvSpPr>
          <p:nvPr/>
        </p:nvSpPr>
        <p:spPr>
          <a:xfrm>
            <a:off x="3314700" y="2095500"/>
            <a:ext cx="2514600" cy="1714500"/>
          </a:xfrm>
          <a:prstGeom prst="rect">
            <a:avLst/>
          </a:prstGeom>
          <a:solidFill>
            <a:srgbClr val="E1F4F8"/>
          </a:solidFill>
          <a:ln w="0">
            <a:noFill/>
            <a:prstDash val="solid"/>
          </a:ln>
        </p:spPr>
        <p:txBody>
          <a:bodyPr/>
          <a:lstStyle/>
          <a:p>
            <a:endParaRPr lang="zh-CN" altLang="en-US"/>
          </a:p>
        </p:txBody>
      </p:sp>
      <p:sp>
        <p:nvSpPr>
          <p:cNvPr id="19" name="co-create-header">
            <a:extLst>
              <a:ext uri="{FF2B5EF4-FFF2-40B4-BE49-F238E27FC236}">
                <a16:creationId xmlns:a16="http://schemas.microsoft.com/office/drawing/2014/main" id="{F09C567E-A33D-4DC8-AE96-DD29A0F25E0E}"/>
              </a:ext>
            </a:extLst>
          </p:cNvPr>
          <p:cNvSpPr>
            <a:spLocks noGrp="1"/>
          </p:cNvSpPr>
          <p:nvPr/>
        </p:nvSpPr>
        <p:spPr>
          <a:xfrm>
            <a:off x="3314700" y="1428750"/>
            <a:ext cx="2514600" cy="666750"/>
          </a:xfrm>
          <a:prstGeom prst="rect">
            <a:avLst/>
          </a:prstGeom>
          <a:solidFill>
            <a:schemeClr val="accent2"/>
          </a:solidFill>
          <a:ln w="0">
            <a:noFill/>
            <a:prstDash val="solid"/>
          </a:ln>
        </p:spPr>
        <p:txBody>
          <a:bodyPr/>
          <a:lstStyle/>
          <a:p>
            <a:endParaRPr lang="zh-CN" altLang="en-US">
              <a:latin typeface="+mj-ea"/>
              <a:ea typeface="+mj-ea"/>
            </a:endParaRPr>
          </a:p>
        </p:txBody>
      </p:sp>
      <p:sp>
        <p:nvSpPr>
          <p:cNvPr id="20" name="co-create-title">
            <a:extLst>
              <a:ext uri="{FF2B5EF4-FFF2-40B4-BE49-F238E27FC236}">
                <a16:creationId xmlns:a16="http://schemas.microsoft.com/office/drawing/2014/main" id="{031D60D2-BA3D-4E51-9543-168D7DF5F27B}"/>
              </a:ext>
            </a:extLst>
          </p:cNvPr>
          <p:cNvSpPr>
            <a:spLocks noGrp="1"/>
          </p:cNvSpPr>
          <p:nvPr/>
        </p:nvSpPr>
        <p:spPr>
          <a:xfrm>
            <a:off x="3486150" y="1538789"/>
            <a:ext cx="1638300" cy="295275"/>
          </a:xfrm>
          <a:prstGeom prst="rect">
            <a:avLst/>
          </a:prstGeom>
          <a:noFill/>
          <a:ln w="0">
            <a:noFill/>
            <a:prstDash val="solid"/>
          </a:ln>
        </p:spPr>
        <p:txBody>
          <a:bodyPr anchor="ctr"/>
          <a:lstStyle/>
          <a:p>
            <a:pPr algn="l">
              <a:defRPr sz="1650" b="1">
                <a:solidFill>
                  <a:srgbClr val="FFFFFF"/>
                </a:solidFill>
              </a:defRPr>
            </a:pPr>
            <a:r>
              <a:rPr sz="1650" b="1">
                <a:solidFill>
                  <a:srgbClr val="FFFFFF"/>
                </a:solidFill>
                <a:latin typeface="+mj-ea"/>
                <a:ea typeface="+mj-ea"/>
              </a:rPr>
              <a:t>全员共创</a:t>
            </a:r>
          </a:p>
        </p:txBody>
      </p:sp>
      <p:sp>
        <p:nvSpPr>
          <p:cNvPr id="21" name="co-create-meaning">
            <a:extLst>
              <a:ext uri="{FF2B5EF4-FFF2-40B4-BE49-F238E27FC236}">
                <a16:creationId xmlns:a16="http://schemas.microsoft.com/office/drawing/2014/main" id="{2427EB5B-98F8-4B80-B5E6-38A56ADE4AAA}"/>
              </a:ext>
            </a:extLst>
          </p:cNvPr>
          <p:cNvSpPr>
            <a:spLocks noGrp="1"/>
          </p:cNvSpPr>
          <p:nvPr/>
        </p:nvSpPr>
        <p:spPr>
          <a:xfrm>
            <a:off x="3486150" y="1824539"/>
            <a:ext cx="2000250" cy="190500"/>
          </a:xfrm>
          <a:prstGeom prst="rect">
            <a:avLst/>
          </a:prstGeom>
          <a:noFill/>
          <a:ln w="0">
            <a:noFill/>
            <a:prstDash val="solid"/>
          </a:ln>
        </p:spPr>
        <p:txBody>
          <a:bodyPr anchor="ctr"/>
          <a:lstStyle/>
          <a:p>
            <a:pPr algn="l">
              <a:defRPr sz="863" b="1">
                <a:solidFill>
                  <a:srgbClr val="FFFFFF"/>
                </a:solidFill>
              </a:defRPr>
            </a:pPr>
            <a:r>
              <a:rPr sz="900">
                <a:solidFill>
                  <a:srgbClr val="FFFFFF"/>
                </a:solidFill>
                <a:latin typeface="+mj-ea"/>
                <a:ea typeface="+mj-ea"/>
              </a:rPr>
              <a:t>技术与业务团队协同共建</a:t>
            </a:r>
          </a:p>
        </p:txBody>
      </p:sp>
      <p:sp>
        <p:nvSpPr>
          <p:cNvPr id="22" name="skill-count">
            <a:extLst>
              <a:ext uri="{FF2B5EF4-FFF2-40B4-BE49-F238E27FC236}">
                <a16:creationId xmlns:a16="http://schemas.microsoft.com/office/drawing/2014/main" id="{3A915E58-B2FB-4929-8FA1-4EBCFE4C5042}"/>
              </a:ext>
            </a:extLst>
          </p:cNvPr>
          <p:cNvSpPr>
            <a:spLocks noGrp="1"/>
          </p:cNvSpPr>
          <p:nvPr/>
        </p:nvSpPr>
        <p:spPr>
          <a:xfrm>
            <a:off x="3467100" y="2228850"/>
            <a:ext cx="1047750" cy="400050"/>
          </a:xfrm>
          <a:prstGeom prst="rect">
            <a:avLst/>
          </a:prstGeom>
          <a:noFill/>
          <a:ln w="0">
            <a:noFill/>
            <a:prstDash val="solid"/>
          </a:ln>
        </p:spPr>
        <p:txBody>
          <a:bodyPr anchor="ctr"/>
          <a:lstStyle/>
          <a:p>
            <a:pPr algn="ctr">
              <a:defRPr sz="2250" b="1">
                <a:solidFill>
                  <a:srgbClr val="00A7C8"/>
                </a:solidFill>
              </a:defRPr>
            </a:pPr>
            <a:r>
              <a:rPr sz="2250" b="1">
                <a:solidFill>
                  <a:srgbClr val="00A7C8"/>
                </a:solidFill>
              </a:rPr>
              <a:t>千余项</a:t>
            </a:r>
          </a:p>
        </p:txBody>
      </p:sp>
      <p:sp>
        <p:nvSpPr>
          <p:cNvPr id="23" name="skill-count-label">
            <a:extLst>
              <a:ext uri="{FF2B5EF4-FFF2-40B4-BE49-F238E27FC236}">
                <a16:creationId xmlns:a16="http://schemas.microsoft.com/office/drawing/2014/main" id="{BC958087-4FBE-4F0F-A9ED-4CE59F96EB24}"/>
              </a:ext>
            </a:extLst>
          </p:cNvPr>
          <p:cNvSpPr>
            <a:spLocks noGrp="1"/>
          </p:cNvSpPr>
          <p:nvPr/>
        </p:nvSpPr>
        <p:spPr>
          <a:xfrm>
            <a:off x="3467100" y="2600325"/>
            <a:ext cx="1047750" cy="171450"/>
          </a:xfrm>
          <a:prstGeom prst="rect">
            <a:avLst/>
          </a:prstGeom>
          <a:noFill/>
          <a:ln w="0">
            <a:noFill/>
            <a:prstDash val="solid"/>
          </a:ln>
        </p:spPr>
        <p:txBody>
          <a:bodyPr anchor="ctr"/>
          <a:lstStyle/>
          <a:p>
            <a:pPr algn="ctr">
              <a:defRPr sz="788" b="1">
                <a:solidFill>
                  <a:srgbClr val="5F6F7E"/>
                </a:solidFill>
              </a:defRPr>
            </a:pPr>
            <a:r>
              <a:rPr sz="900" b="1">
                <a:solidFill>
                  <a:srgbClr val="5F6F7E"/>
                </a:solidFill>
              </a:rPr>
              <a:t>有效Skill</a:t>
            </a:r>
          </a:p>
        </p:txBody>
      </p:sp>
      <p:sp>
        <p:nvSpPr>
          <p:cNvPr id="24" name="skill-calls-value">
            <a:extLst>
              <a:ext uri="{FF2B5EF4-FFF2-40B4-BE49-F238E27FC236}">
                <a16:creationId xmlns:a16="http://schemas.microsoft.com/office/drawing/2014/main" id="{62BFFCA3-06D7-4635-B6F6-065BC1287EB2}"/>
              </a:ext>
            </a:extLst>
          </p:cNvPr>
          <p:cNvSpPr>
            <a:spLocks noGrp="1"/>
          </p:cNvSpPr>
          <p:nvPr/>
        </p:nvSpPr>
        <p:spPr>
          <a:xfrm>
            <a:off x="4533900" y="2228850"/>
            <a:ext cx="1181100" cy="400050"/>
          </a:xfrm>
          <a:prstGeom prst="rect">
            <a:avLst/>
          </a:prstGeom>
          <a:noFill/>
          <a:ln w="0">
            <a:noFill/>
            <a:prstDash val="solid"/>
          </a:ln>
        </p:spPr>
        <p:txBody>
          <a:bodyPr anchor="ctr"/>
          <a:lstStyle/>
          <a:p>
            <a:pPr algn="ctr">
              <a:defRPr sz="1875" b="1">
                <a:solidFill>
                  <a:srgbClr val="00A7C8"/>
                </a:solidFill>
              </a:defRPr>
            </a:pPr>
            <a:r>
              <a:rPr sz="1875" b="1">
                <a:solidFill>
                  <a:srgbClr val="00A7C8"/>
                </a:solidFill>
              </a:rPr>
              <a:t>十万级</a:t>
            </a:r>
          </a:p>
        </p:txBody>
      </p:sp>
      <p:sp>
        <p:nvSpPr>
          <p:cNvPr id="25" name="skill-calls-label">
            <a:extLst>
              <a:ext uri="{FF2B5EF4-FFF2-40B4-BE49-F238E27FC236}">
                <a16:creationId xmlns:a16="http://schemas.microsoft.com/office/drawing/2014/main" id="{CB0402BD-E251-4521-9D99-7DD19B1DAE11}"/>
              </a:ext>
            </a:extLst>
          </p:cNvPr>
          <p:cNvSpPr>
            <a:spLocks noGrp="1"/>
          </p:cNvSpPr>
          <p:nvPr/>
        </p:nvSpPr>
        <p:spPr>
          <a:xfrm>
            <a:off x="4533900" y="2600325"/>
            <a:ext cx="1181100" cy="171450"/>
          </a:xfrm>
          <a:prstGeom prst="rect">
            <a:avLst/>
          </a:prstGeom>
          <a:noFill/>
          <a:ln w="0">
            <a:noFill/>
            <a:prstDash val="solid"/>
          </a:ln>
        </p:spPr>
        <p:txBody>
          <a:bodyPr anchor="ctr"/>
          <a:lstStyle/>
          <a:p>
            <a:pPr algn="ctr">
              <a:defRPr sz="788" b="1">
                <a:solidFill>
                  <a:srgbClr val="5F6F7E"/>
                </a:solidFill>
              </a:defRPr>
            </a:pPr>
            <a:r>
              <a:rPr sz="900" b="1">
                <a:solidFill>
                  <a:srgbClr val="5F6F7E"/>
                </a:solidFill>
              </a:rPr>
              <a:t>Skill调用</a:t>
            </a:r>
          </a:p>
        </p:txBody>
      </p:sp>
      <p:sp>
        <p:nvSpPr>
          <p:cNvPr id="26" name="co-create-proof">
            <a:extLst>
              <a:ext uri="{FF2B5EF4-FFF2-40B4-BE49-F238E27FC236}">
                <a16:creationId xmlns:a16="http://schemas.microsoft.com/office/drawing/2014/main" id="{6CF7F2D8-5114-4234-AA3B-1A7FD222DE54}"/>
              </a:ext>
            </a:extLst>
          </p:cNvPr>
          <p:cNvSpPr>
            <a:spLocks noGrp="1"/>
          </p:cNvSpPr>
          <p:nvPr/>
        </p:nvSpPr>
        <p:spPr>
          <a:xfrm>
            <a:off x="3467100" y="2980323"/>
            <a:ext cx="2209800" cy="695325"/>
          </a:xfrm>
          <a:prstGeom prst="roundRect">
            <a:avLst>
              <a:gd name="adj" fmla="val 0"/>
            </a:avLst>
          </a:prstGeom>
          <a:solidFill>
            <a:srgbClr val="FFFFFF"/>
          </a:solidFill>
          <a:ln w="0">
            <a:noFill/>
            <a:prstDash val="solid"/>
          </a:ln>
        </p:spPr>
        <p:txBody>
          <a:bodyPr/>
          <a:lstStyle/>
          <a:p>
            <a:endParaRPr lang="zh-CN" altLang="en-US"/>
          </a:p>
        </p:txBody>
      </p:sp>
      <p:sp>
        <p:nvSpPr>
          <p:cNvPr id="27" name="co-create-divider-1">
            <a:extLst>
              <a:ext uri="{FF2B5EF4-FFF2-40B4-BE49-F238E27FC236}">
                <a16:creationId xmlns:a16="http://schemas.microsoft.com/office/drawing/2014/main" id="{57A26E1E-0092-401D-9C85-1609BB7FE29E}"/>
              </a:ext>
            </a:extLst>
          </p:cNvPr>
          <p:cNvSpPr>
            <a:spLocks noGrp="1"/>
          </p:cNvSpPr>
          <p:nvPr/>
        </p:nvSpPr>
        <p:spPr>
          <a:xfrm>
            <a:off x="4191000" y="3161298"/>
            <a:ext cx="9525" cy="409575"/>
          </a:xfrm>
          <a:prstGeom prst="rect">
            <a:avLst/>
          </a:prstGeom>
          <a:solidFill>
            <a:srgbClr val="D5E6EC"/>
          </a:solidFill>
          <a:ln w="0">
            <a:noFill/>
            <a:prstDash val="solid"/>
          </a:ln>
        </p:spPr>
        <p:txBody>
          <a:bodyPr/>
          <a:lstStyle/>
          <a:p>
            <a:endParaRPr lang="zh-CN" altLang="en-US"/>
          </a:p>
        </p:txBody>
      </p:sp>
      <p:sp>
        <p:nvSpPr>
          <p:cNvPr id="28" name="co-create-divider-2">
            <a:extLst>
              <a:ext uri="{FF2B5EF4-FFF2-40B4-BE49-F238E27FC236}">
                <a16:creationId xmlns:a16="http://schemas.microsoft.com/office/drawing/2014/main" id="{D4260117-76E1-4740-86F0-79E1D8B37168}"/>
              </a:ext>
            </a:extLst>
          </p:cNvPr>
          <p:cNvSpPr>
            <a:spLocks noGrp="1"/>
          </p:cNvSpPr>
          <p:nvPr/>
        </p:nvSpPr>
        <p:spPr>
          <a:xfrm>
            <a:off x="4829175" y="3161298"/>
            <a:ext cx="9525" cy="409575"/>
          </a:xfrm>
          <a:prstGeom prst="rect">
            <a:avLst/>
          </a:prstGeom>
          <a:solidFill>
            <a:srgbClr val="D5E6EC"/>
          </a:solidFill>
          <a:ln w="0">
            <a:noFill/>
            <a:prstDash val="solid"/>
          </a:ln>
        </p:spPr>
        <p:txBody>
          <a:bodyPr/>
          <a:lstStyle/>
          <a:p>
            <a:endParaRPr lang="zh-CN" altLang="en-US"/>
          </a:p>
        </p:txBody>
      </p:sp>
      <p:sp>
        <p:nvSpPr>
          <p:cNvPr id="29" name="metric-数百名">
            <a:extLst>
              <a:ext uri="{FF2B5EF4-FFF2-40B4-BE49-F238E27FC236}">
                <a16:creationId xmlns:a16="http://schemas.microsoft.com/office/drawing/2014/main" id="{21E36324-47CE-4F11-95F4-6673BF6842DD}"/>
              </a:ext>
            </a:extLst>
          </p:cNvPr>
          <p:cNvSpPr>
            <a:spLocks noGrp="1"/>
          </p:cNvSpPr>
          <p:nvPr/>
        </p:nvSpPr>
        <p:spPr>
          <a:xfrm>
            <a:off x="3505200" y="3104148"/>
            <a:ext cx="647700" cy="266700"/>
          </a:xfrm>
          <a:prstGeom prst="rect">
            <a:avLst/>
          </a:prstGeom>
          <a:noFill/>
          <a:ln w="0">
            <a:noFill/>
            <a:prstDash val="solid"/>
          </a:ln>
        </p:spPr>
        <p:txBody>
          <a:bodyPr anchor="ctr"/>
          <a:lstStyle/>
          <a:p>
            <a:pPr algn="ctr">
              <a:defRPr sz="1500" b="1">
                <a:solidFill>
                  <a:srgbClr val="075A9E"/>
                </a:solidFill>
              </a:defRPr>
            </a:pPr>
            <a:r>
              <a:rPr sz="1500" b="1">
                <a:solidFill>
                  <a:srgbClr val="075A9E"/>
                </a:solidFill>
              </a:rPr>
              <a:t>数百名</a:t>
            </a:r>
          </a:p>
        </p:txBody>
      </p:sp>
      <p:sp>
        <p:nvSpPr>
          <p:cNvPr id="30" name="metric-label-创作者">
            <a:extLst>
              <a:ext uri="{FF2B5EF4-FFF2-40B4-BE49-F238E27FC236}">
                <a16:creationId xmlns:a16="http://schemas.microsoft.com/office/drawing/2014/main" id="{CB468AEB-0230-47E1-BD48-29C01C986E4C}"/>
              </a:ext>
            </a:extLst>
          </p:cNvPr>
          <p:cNvSpPr>
            <a:spLocks noGrp="1"/>
          </p:cNvSpPr>
          <p:nvPr/>
        </p:nvSpPr>
        <p:spPr>
          <a:xfrm>
            <a:off x="3505200" y="3361323"/>
            <a:ext cx="647700" cy="180975"/>
          </a:xfrm>
          <a:prstGeom prst="rect">
            <a:avLst/>
          </a:prstGeom>
          <a:noFill/>
          <a:ln w="0">
            <a:noFill/>
            <a:prstDash val="solid"/>
          </a:ln>
        </p:spPr>
        <p:txBody>
          <a:bodyPr anchor="ctr"/>
          <a:lstStyle/>
          <a:p>
            <a:pPr algn="ctr">
              <a:defRPr sz="788" b="1">
                <a:solidFill>
                  <a:srgbClr val="5F6F7E"/>
                </a:solidFill>
              </a:defRPr>
            </a:pPr>
            <a:r>
              <a:rPr sz="788" b="1">
                <a:solidFill>
                  <a:srgbClr val="5F6F7E"/>
                </a:solidFill>
              </a:rPr>
              <a:t>创作者</a:t>
            </a:r>
          </a:p>
        </p:txBody>
      </p:sp>
      <p:sp>
        <p:nvSpPr>
          <p:cNvPr id="31" name="metric-数十个">
            <a:extLst>
              <a:ext uri="{FF2B5EF4-FFF2-40B4-BE49-F238E27FC236}">
                <a16:creationId xmlns:a16="http://schemas.microsoft.com/office/drawing/2014/main" id="{0AD0E101-8EC0-4B3D-9B09-0F4FF62E5A0B}"/>
              </a:ext>
            </a:extLst>
          </p:cNvPr>
          <p:cNvSpPr>
            <a:spLocks noGrp="1"/>
          </p:cNvSpPr>
          <p:nvPr/>
        </p:nvSpPr>
        <p:spPr>
          <a:xfrm>
            <a:off x="4238625" y="3104148"/>
            <a:ext cx="552450" cy="266700"/>
          </a:xfrm>
          <a:prstGeom prst="rect">
            <a:avLst/>
          </a:prstGeom>
          <a:noFill/>
          <a:ln w="0">
            <a:noFill/>
            <a:prstDash val="solid"/>
          </a:ln>
        </p:spPr>
        <p:txBody>
          <a:bodyPr anchor="ctr"/>
          <a:lstStyle/>
          <a:p>
            <a:pPr algn="ctr">
              <a:defRPr sz="1500" b="1">
                <a:solidFill>
                  <a:srgbClr val="075A9E"/>
                </a:solidFill>
              </a:defRPr>
            </a:pPr>
            <a:r>
              <a:rPr sz="1500" b="1">
                <a:solidFill>
                  <a:srgbClr val="075A9E"/>
                </a:solidFill>
              </a:rPr>
              <a:t>数十个</a:t>
            </a:r>
          </a:p>
        </p:txBody>
      </p:sp>
      <p:sp>
        <p:nvSpPr>
          <p:cNvPr id="32" name="metric-label-部门">
            <a:extLst>
              <a:ext uri="{FF2B5EF4-FFF2-40B4-BE49-F238E27FC236}">
                <a16:creationId xmlns:a16="http://schemas.microsoft.com/office/drawing/2014/main" id="{5A630D84-8AED-4A9C-B66D-BC95AACC3D2F}"/>
              </a:ext>
            </a:extLst>
          </p:cNvPr>
          <p:cNvSpPr>
            <a:spLocks noGrp="1"/>
          </p:cNvSpPr>
          <p:nvPr/>
        </p:nvSpPr>
        <p:spPr>
          <a:xfrm>
            <a:off x="4238625" y="3361323"/>
            <a:ext cx="552450" cy="180975"/>
          </a:xfrm>
          <a:prstGeom prst="rect">
            <a:avLst/>
          </a:prstGeom>
          <a:noFill/>
          <a:ln w="0">
            <a:noFill/>
            <a:prstDash val="solid"/>
          </a:ln>
        </p:spPr>
        <p:txBody>
          <a:bodyPr anchor="ctr"/>
          <a:lstStyle/>
          <a:p>
            <a:pPr algn="ctr">
              <a:defRPr sz="788" b="1">
                <a:solidFill>
                  <a:srgbClr val="5F6F7E"/>
                </a:solidFill>
              </a:defRPr>
            </a:pPr>
            <a:r>
              <a:rPr sz="788" b="1">
                <a:solidFill>
                  <a:srgbClr val="5F6F7E"/>
                </a:solidFill>
              </a:rPr>
              <a:t>部门</a:t>
            </a:r>
          </a:p>
        </p:txBody>
      </p:sp>
      <p:sp>
        <p:nvSpPr>
          <p:cNvPr id="33" name="metric-多数">
            <a:extLst>
              <a:ext uri="{FF2B5EF4-FFF2-40B4-BE49-F238E27FC236}">
                <a16:creationId xmlns:a16="http://schemas.microsoft.com/office/drawing/2014/main" id="{0F6F9740-5455-434D-B951-AA94D7A51197}"/>
              </a:ext>
            </a:extLst>
          </p:cNvPr>
          <p:cNvSpPr>
            <a:spLocks noGrp="1"/>
          </p:cNvSpPr>
          <p:nvPr/>
        </p:nvSpPr>
        <p:spPr>
          <a:xfrm>
            <a:off x="4876800" y="3104148"/>
            <a:ext cx="762000" cy="266700"/>
          </a:xfrm>
          <a:prstGeom prst="rect">
            <a:avLst/>
          </a:prstGeom>
          <a:noFill/>
          <a:ln w="0">
            <a:noFill/>
            <a:prstDash val="solid"/>
          </a:ln>
        </p:spPr>
        <p:txBody>
          <a:bodyPr anchor="ctr"/>
          <a:lstStyle/>
          <a:p>
            <a:pPr algn="ctr">
              <a:defRPr sz="1500" b="1">
                <a:solidFill>
                  <a:srgbClr val="075A9E"/>
                </a:solidFill>
              </a:defRPr>
            </a:pPr>
            <a:r>
              <a:rPr sz="1500" b="1">
                <a:solidFill>
                  <a:srgbClr val="075A9E"/>
                </a:solidFill>
              </a:rPr>
              <a:t>多数</a:t>
            </a:r>
          </a:p>
        </p:txBody>
      </p:sp>
      <p:sp>
        <p:nvSpPr>
          <p:cNvPr id="34" name="metric-label-非技术人员占比">
            <a:extLst>
              <a:ext uri="{FF2B5EF4-FFF2-40B4-BE49-F238E27FC236}">
                <a16:creationId xmlns:a16="http://schemas.microsoft.com/office/drawing/2014/main" id="{153860AE-D2AE-4301-B08C-AC20DD7B102A}"/>
              </a:ext>
            </a:extLst>
          </p:cNvPr>
          <p:cNvSpPr>
            <a:spLocks noGrp="1"/>
          </p:cNvSpPr>
          <p:nvPr/>
        </p:nvSpPr>
        <p:spPr>
          <a:xfrm>
            <a:off x="4876800" y="3361323"/>
            <a:ext cx="762000" cy="180975"/>
          </a:xfrm>
          <a:prstGeom prst="rect">
            <a:avLst/>
          </a:prstGeom>
          <a:noFill/>
          <a:ln w="0">
            <a:noFill/>
            <a:prstDash val="solid"/>
          </a:ln>
        </p:spPr>
        <p:txBody>
          <a:bodyPr anchor="ctr"/>
          <a:lstStyle/>
          <a:p>
            <a:pPr algn="ctr">
              <a:defRPr sz="653" b="1">
                <a:solidFill>
                  <a:srgbClr val="5F6F7E"/>
                </a:solidFill>
              </a:defRPr>
            </a:pPr>
            <a:r>
              <a:rPr sz="653" b="1">
                <a:solidFill>
                  <a:srgbClr val="5F6F7E"/>
                </a:solidFill>
              </a:rPr>
              <a:t>非技术人员占比</a:t>
            </a:r>
          </a:p>
        </p:txBody>
      </p:sp>
      <p:sp>
        <p:nvSpPr>
          <p:cNvPr id="35" name="business-value-body">
            <a:extLst>
              <a:ext uri="{FF2B5EF4-FFF2-40B4-BE49-F238E27FC236}">
                <a16:creationId xmlns:a16="http://schemas.microsoft.com/office/drawing/2014/main" id="{2BD9391D-36D3-4159-BC0E-1AEEC255BEE5}"/>
              </a:ext>
            </a:extLst>
          </p:cNvPr>
          <p:cNvSpPr>
            <a:spLocks noGrp="1"/>
          </p:cNvSpPr>
          <p:nvPr/>
        </p:nvSpPr>
        <p:spPr>
          <a:xfrm>
            <a:off x="6057900" y="2095500"/>
            <a:ext cx="2514600" cy="1714500"/>
          </a:xfrm>
          <a:prstGeom prst="rect">
            <a:avLst/>
          </a:prstGeom>
          <a:solidFill>
            <a:srgbClr val="E8F1F8"/>
          </a:solidFill>
          <a:ln w="0">
            <a:noFill/>
            <a:prstDash val="solid"/>
          </a:ln>
        </p:spPr>
        <p:txBody>
          <a:bodyPr/>
          <a:lstStyle/>
          <a:p>
            <a:endParaRPr lang="zh-CN" altLang="en-US"/>
          </a:p>
        </p:txBody>
      </p:sp>
      <p:sp>
        <p:nvSpPr>
          <p:cNvPr id="36" name="business-value-header">
            <a:extLst>
              <a:ext uri="{FF2B5EF4-FFF2-40B4-BE49-F238E27FC236}">
                <a16:creationId xmlns:a16="http://schemas.microsoft.com/office/drawing/2014/main" id="{92241AB9-5B59-457D-B406-C249A7850F9D}"/>
              </a:ext>
            </a:extLst>
          </p:cNvPr>
          <p:cNvSpPr>
            <a:spLocks noGrp="1"/>
          </p:cNvSpPr>
          <p:nvPr/>
        </p:nvSpPr>
        <p:spPr>
          <a:xfrm>
            <a:off x="6057900" y="1428750"/>
            <a:ext cx="2514600" cy="666750"/>
          </a:xfrm>
          <a:prstGeom prst="rect">
            <a:avLst/>
          </a:prstGeom>
          <a:solidFill>
            <a:srgbClr val="075A9E"/>
          </a:solidFill>
          <a:ln w="0">
            <a:noFill/>
            <a:prstDash val="solid"/>
          </a:ln>
        </p:spPr>
        <p:txBody>
          <a:bodyPr/>
          <a:lstStyle/>
          <a:p>
            <a:endParaRPr lang="zh-CN" altLang="en-US">
              <a:latin typeface="+mj-ea"/>
              <a:ea typeface="+mj-ea"/>
            </a:endParaRPr>
          </a:p>
        </p:txBody>
      </p:sp>
      <p:sp>
        <p:nvSpPr>
          <p:cNvPr id="37" name="business-value-title">
            <a:extLst>
              <a:ext uri="{FF2B5EF4-FFF2-40B4-BE49-F238E27FC236}">
                <a16:creationId xmlns:a16="http://schemas.microsoft.com/office/drawing/2014/main" id="{7EE3FEA8-9E1B-4DA8-891A-2EE097C88FB6}"/>
              </a:ext>
            </a:extLst>
          </p:cNvPr>
          <p:cNvSpPr>
            <a:spLocks noGrp="1"/>
          </p:cNvSpPr>
          <p:nvPr/>
        </p:nvSpPr>
        <p:spPr>
          <a:xfrm>
            <a:off x="6229350" y="1538789"/>
            <a:ext cx="1638300" cy="295275"/>
          </a:xfrm>
          <a:prstGeom prst="rect">
            <a:avLst/>
          </a:prstGeom>
          <a:noFill/>
          <a:ln w="0">
            <a:noFill/>
            <a:prstDash val="solid"/>
          </a:ln>
        </p:spPr>
        <p:txBody>
          <a:bodyPr anchor="ctr"/>
          <a:lstStyle/>
          <a:p>
            <a:pPr algn="l">
              <a:defRPr sz="1650" b="1">
                <a:solidFill>
                  <a:srgbClr val="FFFFFF"/>
                </a:solidFill>
              </a:defRPr>
            </a:pPr>
            <a:r>
              <a:rPr sz="1650" b="1">
                <a:solidFill>
                  <a:srgbClr val="FFFFFF"/>
                </a:solidFill>
                <a:latin typeface="+mj-ea"/>
                <a:ea typeface="+mj-ea"/>
              </a:rPr>
              <a:t>业务增值</a:t>
            </a:r>
          </a:p>
        </p:txBody>
      </p:sp>
      <p:sp>
        <p:nvSpPr>
          <p:cNvPr id="38" name="business-value-meaning">
            <a:extLst>
              <a:ext uri="{FF2B5EF4-FFF2-40B4-BE49-F238E27FC236}">
                <a16:creationId xmlns:a16="http://schemas.microsoft.com/office/drawing/2014/main" id="{6796831B-D162-4168-BB60-C53FF38BEDAC}"/>
              </a:ext>
            </a:extLst>
          </p:cNvPr>
          <p:cNvSpPr>
            <a:spLocks noGrp="1"/>
          </p:cNvSpPr>
          <p:nvPr/>
        </p:nvSpPr>
        <p:spPr>
          <a:xfrm>
            <a:off x="6229350" y="1824539"/>
            <a:ext cx="2000250" cy="190500"/>
          </a:xfrm>
          <a:prstGeom prst="rect">
            <a:avLst/>
          </a:prstGeom>
          <a:noFill/>
          <a:ln w="0">
            <a:noFill/>
            <a:prstDash val="solid"/>
          </a:ln>
        </p:spPr>
        <p:txBody>
          <a:bodyPr anchor="ctr"/>
          <a:lstStyle/>
          <a:p>
            <a:pPr algn="l">
              <a:defRPr sz="863" b="1">
                <a:solidFill>
                  <a:srgbClr val="FFFFFF"/>
                </a:solidFill>
              </a:defRPr>
            </a:pPr>
            <a:r>
              <a:rPr sz="900">
                <a:solidFill>
                  <a:srgbClr val="FFFFFF"/>
                </a:solidFill>
                <a:latin typeface="+mj-ea"/>
                <a:ea typeface="+mj-ea"/>
              </a:rPr>
              <a:t>AI赋能业务提质增效</a:t>
            </a:r>
          </a:p>
        </p:txBody>
      </p:sp>
      <p:sp>
        <p:nvSpPr>
          <p:cNvPr id="39" name="case-label-box">
            <a:extLst>
              <a:ext uri="{FF2B5EF4-FFF2-40B4-BE49-F238E27FC236}">
                <a16:creationId xmlns:a16="http://schemas.microsoft.com/office/drawing/2014/main" id="{8B5BDA1F-4A17-497A-8926-E489BED16C1B}"/>
              </a:ext>
            </a:extLst>
          </p:cNvPr>
          <p:cNvSpPr>
            <a:spLocks noGrp="1"/>
          </p:cNvSpPr>
          <p:nvPr/>
        </p:nvSpPr>
        <p:spPr>
          <a:xfrm>
            <a:off x="6210300" y="2158666"/>
            <a:ext cx="628650" cy="190500"/>
          </a:xfrm>
          <a:prstGeom prst="roundRect">
            <a:avLst>
              <a:gd name="adj" fmla="val 40000"/>
            </a:avLst>
          </a:prstGeom>
          <a:solidFill>
            <a:srgbClr val="12B8D7"/>
          </a:solidFill>
          <a:ln w="0">
            <a:noFill/>
            <a:prstDash val="solid"/>
          </a:ln>
        </p:spPr>
        <p:txBody>
          <a:bodyPr/>
          <a:lstStyle/>
          <a:p>
            <a:endParaRPr lang="zh-CN" altLang="en-US"/>
          </a:p>
        </p:txBody>
      </p:sp>
      <p:sp>
        <p:nvSpPr>
          <p:cNvPr id="40" name="case-label">
            <a:extLst>
              <a:ext uri="{FF2B5EF4-FFF2-40B4-BE49-F238E27FC236}">
                <a16:creationId xmlns:a16="http://schemas.microsoft.com/office/drawing/2014/main" id="{5D24FCBC-6982-4ED8-B85F-8F6FAE5779CE}"/>
              </a:ext>
            </a:extLst>
          </p:cNvPr>
          <p:cNvSpPr>
            <a:spLocks noGrp="1"/>
          </p:cNvSpPr>
          <p:nvPr/>
        </p:nvSpPr>
        <p:spPr>
          <a:xfrm>
            <a:off x="6210300" y="2158666"/>
            <a:ext cx="628650" cy="190500"/>
          </a:xfrm>
          <a:prstGeom prst="rect">
            <a:avLst/>
          </a:prstGeom>
          <a:noFill/>
          <a:ln w="0">
            <a:noFill/>
            <a:prstDash val="solid"/>
          </a:ln>
        </p:spPr>
        <p:txBody>
          <a:bodyPr anchor="ctr"/>
          <a:lstStyle/>
          <a:p>
            <a:pPr algn="ctr">
              <a:defRPr sz="675" b="1">
                <a:solidFill>
                  <a:srgbClr val="FFFFFF"/>
                </a:solidFill>
              </a:defRPr>
            </a:pPr>
            <a:r>
              <a:rPr sz="675" b="1">
                <a:solidFill>
                  <a:srgbClr val="FFFFFF"/>
                </a:solidFill>
              </a:rPr>
              <a:t>典型案例</a:t>
            </a:r>
          </a:p>
        </p:txBody>
      </p:sp>
      <p:sp>
        <p:nvSpPr>
          <p:cNvPr id="41" name="outcome-label">
            <a:extLst>
              <a:ext uri="{FF2B5EF4-FFF2-40B4-BE49-F238E27FC236}">
                <a16:creationId xmlns:a16="http://schemas.microsoft.com/office/drawing/2014/main" id="{1B39E34D-9AB2-4E18-911F-294284C8D4E1}"/>
              </a:ext>
            </a:extLst>
          </p:cNvPr>
          <p:cNvSpPr>
            <a:spLocks noGrp="1"/>
          </p:cNvSpPr>
          <p:nvPr/>
        </p:nvSpPr>
        <p:spPr>
          <a:xfrm>
            <a:off x="6915150" y="2181225"/>
            <a:ext cx="1504950" cy="200025"/>
          </a:xfrm>
          <a:prstGeom prst="rect">
            <a:avLst/>
          </a:prstGeom>
          <a:noFill/>
          <a:ln w="0">
            <a:noFill/>
            <a:prstDash val="solid"/>
          </a:ln>
        </p:spPr>
        <p:txBody>
          <a:bodyPr anchor="ctr"/>
          <a:lstStyle/>
          <a:p>
            <a:pPr algn="l">
              <a:defRPr sz="810" b="1">
                <a:solidFill>
                  <a:srgbClr val="075A9E"/>
                </a:solidFill>
              </a:defRPr>
            </a:pPr>
            <a:r>
              <a:rPr sz="900" dirty="0" err="1" smtClean="0">
                <a:solidFill>
                  <a:srgbClr val="075A9E"/>
                </a:solidFill>
              </a:rPr>
              <a:t>主动权益知识问答</a:t>
            </a:r>
            <a:endParaRPr sz="900" dirty="0">
              <a:solidFill>
                <a:srgbClr val="075A9E"/>
              </a:solidFill>
            </a:endParaRPr>
          </a:p>
        </p:txBody>
      </p:sp>
      <p:sp>
        <p:nvSpPr>
          <p:cNvPr id="42" name="outcome-chain">
            <a:extLst>
              <a:ext uri="{FF2B5EF4-FFF2-40B4-BE49-F238E27FC236}">
                <a16:creationId xmlns:a16="http://schemas.microsoft.com/office/drawing/2014/main" id="{6190875E-0946-4751-A800-C59F7E6CFEAE}"/>
              </a:ext>
            </a:extLst>
          </p:cNvPr>
          <p:cNvSpPr>
            <a:spLocks noGrp="1"/>
          </p:cNvSpPr>
          <p:nvPr/>
        </p:nvSpPr>
        <p:spPr>
          <a:xfrm>
            <a:off x="6210300" y="2390775"/>
            <a:ext cx="2362200" cy="209550"/>
          </a:xfrm>
          <a:prstGeom prst="rect">
            <a:avLst/>
          </a:prstGeom>
          <a:noFill/>
          <a:ln w="0">
            <a:noFill/>
            <a:prstDash val="solid"/>
          </a:ln>
        </p:spPr>
        <p:txBody>
          <a:bodyPr anchor="ctr"/>
          <a:lstStyle/>
          <a:p>
            <a:pPr algn="l">
              <a:defRPr sz="705" b="1">
                <a:solidFill>
                  <a:srgbClr val="5F6F7E"/>
                </a:solidFill>
              </a:defRPr>
            </a:pPr>
            <a:r>
              <a:rPr sz="900">
                <a:solidFill>
                  <a:srgbClr val="5F6F7E"/>
                </a:solidFill>
              </a:rPr>
              <a:t>跨文档精准问答，提升决策效率与可追溯性</a:t>
            </a:r>
          </a:p>
        </p:txBody>
      </p:sp>
      <p:sp>
        <p:nvSpPr>
          <p:cNvPr id="43" name="business-value-proof">
            <a:extLst>
              <a:ext uri="{FF2B5EF4-FFF2-40B4-BE49-F238E27FC236}">
                <a16:creationId xmlns:a16="http://schemas.microsoft.com/office/drawing/2014/main" id="{2156F3AC-C29A-4B43-AA9E-10F3951AED6C}"/>
              </a:ext>
            </a:extLst>
          </p:cNvPr>
          <p:cNvSpPr>
            <a:spLocks noGrp="1"/>
          </p:cNvSpPr>
          <p:nvPr/>
        </p:nvSpPr>
        <p:spPr>
          <a:xfrm>
            <a:off x="6210300" y="2663491"/>
            <a:ext cx="2209800" cy="990600"/>
          </a:xfrm>
          <a:prstGeom prst="roundRect">
            <a:avLst>
              <a:gd name="adj" fmla="val 0"/>
            </a:avLst>
          </a:prstGeom>
          <a:solidFill>
            <a:srgbClr val="FFFFFF"/>
          </a:solidFill>
          <a:ln w="0">
            <a:noFill/>
            <a:prstDash val="solid"/>
          </a:ln>
        </p:spPr>
        <p:txBody>
          <a:bodyPr/>
          <a:lstStyle/>
          <a:p>
            <a:endParaRPr lang="zh-CN" altLang="en-US"/>
          </a:p>
        </p:txBody>
      </p:sp>
      <p:sp>
        <p:nvSpPr>
          <p:cNvPr id="44" name="evaluation-sample">
            <a:extLst>
              <a:ext uri="{FF2B5EF4-FFF2-40B4-BE49-F238E27FC236}">
                <a16:creationId xmlns:a16="http://schemas.microsoft.com/office/drawing/2014/main" id="{6B662126-AFA4-46A3-A352-25D12348BBE6}"/>
              </a:ext>
            </a:extLst>
          </p:cNvPr>
          <p:cNvSpPr>
            <a:spLocks noGrp="1"/>
          </p:cNvSpPr>
          <p:nvPr/>
        </p:nvSpPr>
        <p:spPr>
          <a:xfrm>
            <a:off x="6343650" y="2711116"/>
            <a:ext cx="1943100" cy="180975"/>
          </a:xfrm>
          <a:prstGeom prst="rect">
            <a:avLst/>
          </a:prstGeom>
          <a:noFill/>
          <a:ln w="0">
            <a:noFill/>
            <a:prstDash val="solid"/>
          </a:ln>
        </p:spPr>
        <p:txBody>
          <a:bodyPr anchor="ctr"/>
          <a:lstStyle/>
          <a:p>
            <a:pPr algn="ctr">
              <a:defRPr sz="750" b="1">
                <a:solidFill>
                  <a:srgbClr val="075A9E"/>
                </a:solidFill>
              </a:defRPr>
            </a:pPr>
            <a:r>
              <a:rPr sz="750" b="1">
                <a:solidFill>
                  <a:srgbClr val="075A9E"/>
                </a:solidFill>
              </a:rPr>
              <a:t>多位研究员人工评分｜5分制</a:t>
            </a:r>
          </a:p>
        </p:txBody>
      </p:sp>
      <p:sp>
        <p:nvSpPr>
          <p:cNvPr id="45" name="business-value-divider-top">
            <a:extLst>
              <a:ext uri="{FF2B5EF4-FFF2-40B4-BE49-F238E27FC236}">
                <a16:creationId xmlns:a16="http://schemas.microsoft.com/office/drawing/2014/main" id="{E1E33F24-4B66-4C62-A278-FA47E62584B2}"/>
              </a:ext>
            </a:extLst>
          </p:cNvPr>
          <p:cNvSpPr>
            <a:spLocks noGrp="1"/>
          </p:cNvSpPr>
          <p:nvPr/>
        </p:nvSpPr>
        <p:spPr>
          <a:xfrm>
            <a:off x="6343650" y="2930191"/>
            <a:ext cx="1943100" cy="9525"/>
          </a:xfrm>
          <a:prstGeom prst="rect">
            <a:avLst/>
          </a:prstGeom>
          <a:solidFill>
            <a:srgbClr val="D5E6EC"/>
          </a:solidFill>
          <a:ln w="0">
            <a:noFill/>
            <a:prstDash val="solid"/>
          </a:ln>
        </p:spPr>
        <p:txBody>
          <a:bodyPr/>
          <a:lstStyle/>
          <a:p>
            <a:endParaRPr lang="zh-CN" altLang="en-US"/>
          </a:p>
        </p:txBody>
      </p:sp>
      <p:sp>
        <p:nvSpPr>
          <p:cNvPr id="46" name="business-value-divider-mid">
            <a:extLst>
              <a:ext uri="{FF2B5EF4-FFF2-40B4-BE49-F238E27FC236}">
                <a16:creationId xmlns:a16="http://schemas.microsoft.com/office/drawing/2014/main" id="{1A12262A-5A91-4A4C-A3C7-A7C4DA3C827E}"/>
              </a:ext>
            </a:extLst>
          </p:cNvPr>
          <p:cNvSpPr>
            <a:spLocks noGrp="1"/>
          </p:cNvSpPr>
          <p:nvPr/>
        </p:nvSpPr>
        <p:spPr>
          <a:xfrm>
            <a:off x="7315200" y="3054016"/>
            <a:ext cx="9525" cy="409575"/>
          </a:xfrm>
          <a:prstGeom prst="rect">
            <a:avLst/>
          </a:prstGeom>
          <a:solidFill>
            <a:srgbClr val="D5E6EC"/>
          </a:solidFill>
          <a:ln w="0">
            <a:noFill/>
            <a:prstDash val="solid"/>
          </a:ln>
        </p:spPr>
        <p:txBody>
          <a:bodyPr/>
          <a:lstStyle/>
          <a:p>
            <a:endParaRPr lang="zh-CN" altLang="en-US"/>
          </a:p>
        </p:txBody>
      </p:sp>
      <p:sp>
        <p:nvSpPr>
          <p:cNvPr id="47" name="score-3-value">
            <a:extLst>
              <a:ext uri="{FF2B5EF4-FFF2-40B4-BE49-F238E27FC236}">
                <a16:creationId xmlns:a16="http://schemas.microsoft.com/office/drawing/2014/main" id="{559C14B7-BDCA-4092-97C2-77A45E36D037}"/>
              </a:ext>
            </a:extLst>
          </p:cNvPr>
          <p:cNvSpPr>
            <a:spLocks noGrp="1"/>
          </p:cNvSpPr>
          <p:nvPr/>
        </p:nvSpPr>
        <p:spPr>
          <a:xfrm>
            <a:off x="6343650" y="3025441"/>
            <a:ext cx="876300" cy="276225"/>
          </a:xfrm>
          <a:prstGeom prst="rect">
            <a:avLst/>
          </a:prstGeom>
          <a:noFill/>
          <a:ln w="0">
            <a:noFill/>
            <a:prstDash val="solid"/>
          </a:ln>
        </p:spPr>
        <p:txBody>
          <a:bodyPr anchor="ctr"/>
          <a:lstStyle/>
          <a:p>
            <a:pPr algn="ctr">
              <a:defRPr sz="1725" b="1">
                <a:solidFill>
                  <a:srgbClr val="00A7C8"/>
                </a:solidFill>
              </a:defRPr>
            </a:pPr>
            <a:r>
              <a:rPr sz="1725" b="1">
                <a:solidFill>
                  <a:srgbClr val="00A7C8"/>
                </a:solidFill>
              </a:rPr>
              <a:t>较高</a:t>
            </a:r>
          </a:p>
        </p:txBody>
      </p:sp>
      <p:sp>
        <p:nvSpPr>
          <p:cNvPr id="48" name="score-3-label">
            <a:extLst>
              <a:ext uri="{FF2B5EF4-FFF2-40B4-BE49-F238E27FC236}">
                <a16:creationId xmlns:a16="http://schemas.microsoft.com/office/drawing/2014/main" id="{EC04A48F-32CD-4621-BE3F-62F4EDBB7198}"/>
              </a:ext>
            </a:extLst>
          </p:cNvPr>
          <p:cNvSpPr>
            <a:spLocks noGrp="1"/>
          </p:cNvSpPr>
          <p:nvPr/>
        </p:nvSpPr>
        <p:spPr>
          <a:xfrm>
            <a:off x="6343650" y="3301666"/>
            <a:ext cx="876300" cy="171450"/>
          </a:xfrm>
          <a:prstGeom prst="rect">
            <a:avLst/>
          </a:prstGeom>
          <a:noFill/>
          <a:ln w="0">
            <a:noFill/>
            <a:prstDash val="solid"/>
          </a:ln>
        </p:spPr>
        <p:txBody>
          <a:bodyPr anchor="ctr"/>
          <a:lstStyle/>
          <a:p>
            <a:pPr algn="ctr">
              <a:defRPr sz="735" b="1">
                <a:solidFill>
                  <a:srgbClr val="5F6F7E"/>
                </a:solidFill>
              </a:defRPr>
            </a:pPr>
            <a:r>
              <a:rPr sz="735" b="1">
                <a:solidFill>
                  <a:srgbClr val="5F6F7E"/>
                </a:solidFill>
              </a:rPr>
              <a:t>获正向评价</a:t>
            </a:r>
          </a:p>
        </p:txBody>
      </p:sp>
      <p:sp>
        <p:nvSpPr>
          <p:cNvPr id="49" name="score-4-value">
            <a:extLst>
              <a:ext uri="{FF2B5EF4-FFF2-40B4-BE49-F238E27FC236}">
                <a16:creationId xmlns:a16="http://schemas.microsoft.com/office/drawing/2014/main" id="{1FF27B5F-76A6-4D9B-81BB-40E9CF6D868E}"/>
              </a:ext>
            </a:extLst>
          </p:cNvPr>
          <p:cNvSpPr>
            <a:spLocks noGrp="1"/>
          </p:cNvSpPr>
          <p:nvPr/>
        </p:nvSpPr>
        <p:spPr>
          <a:xfrm>
            <a:off x="7410450" y="3025441"/>
            <a:ext cx="876300" cy="276225"/>
          </a:xfrm>
          <a:prstGeom prst="rect">
            <a:avLst/>
          </a:prstGeom>
          <a:noFill/>
          <a:ln w="0">
            <a:noFill/>
            <a:prstDash val="solid"/>
          </a:ln>
        </p:spPr>
        <p:txBody>
          <a:bodyPr anchor="ctr"/>
          <a:lstStyle/>
          <a:p>
            <a:pPr algn="ctr">
              <a:defRPr sz="1725" b="1">
                <a:solidFill>
                  <a:srgbClr val="075A9E"/>
                </a:solidFill>
              </a:defRPr>
            </a:pPr>
            <a:r>
              <a:rPr sz="1725" b="1">
                <a:solidFill>
                  <a:srgbClr val="075A9E"/>
                </a:solidFill>
              </a:rPr>
              <a:t>多数</a:t>
            </a:r>
          </a:p>
        </p:txBody>
      </p:sp>
      <p:sp>
        <p:nvSpPr>
          <p:cNvPr id="50" name="score-4-label">
            <a:extLst>
              <a:ext uri="{FF2B5EF4-FFF2-40B4-BE49-F238E27FC236}">
                <a16:creationId xmlns:a16="http://schemas.microsoft.com/office/drawing/2014/main" id="{25307C4E-CB75-4005-A8CA-5A45D165E74D}"/>
              </a:ext>
            </a:extLst>
          </p:cNvPr>
          <p:cNvSpPr>
            <a:spLocks noGrp="1"/>
          </p:cNvSpPr>
          <p:nvPr/>
        </p:nvSpPr>
        <p:spPr>
          <a:xfrm>
            <a:off x="7410450" y="3301666"/>
            <a:ext cx="876300" cy="171450"/>
          </a:xfrm>
          <a:prstGeom prst="rect">
            <a:avLst/>
          </a:prstGeom>
          <a:noFill/>
          <a:ln w="0">
            <a:noFill/>
            <a:prstDash val="solid"/>
          </a:ln>
        </p:spPr>
        <p:txBody>
          <a:bodyPr anchor="ctr"/>
          <a:lstStyle/>
          <a:p>
            <a:pPr algn="ctr">
              <a:defRPr sz="735" b="1">
                <a:solidFill>
                  <a:srgbClr val="5F6F7E"/>
                </a:solidFill>
              </a:defRPr>
            </a:pPr>
            <a:r>
              <a:rPr sz="735" b="1">
                <a:solidFill>
                  <a:srgbClr val="5F6F7E"/>
                </a:solidFill>
              </a:rPr>
              <a:t>获高分评价</a:t>
            </a:r>
          </a:p>
        </p:txBody>
      </p:sp>
      <p:sp>
        <p:nvSpPr>
          <p:cNvPr id="51" name="evaluation-scale-note">
            <a:extLst>
              <a:ext uri="{FF2B5EF4-FFF2-40B4-BE49-F238E27FC236}">
                <a16:creationId xmlns:a16="http://schemas.microsoft.com/office/drawing/2014/main" id="{25E57C66-9CBE-4DC6-BFB0-2C9675F51C20}"/>
              </a:ext>
            </a:extLst>
          </p:cNvPr>
          <p:cNvSpPr>
            <a:spLocks noGrp="1"/>
          </p:cNvSpPr>
          <p:nvPr/>
        </p:nvSpPr>
        <p:spPr>
          <a:xfrm>
            <a:off x="6343650" y="3492166"/>
            <a:ext cx="1943100" cy="152400"/>
          </a:xfrm>
          <a:prstGeom prst="rect">
            <a:avLst/>
          </a:prstGeom>
          <a:noFill/>
          <a:ln w="0">
            <a:noFill/>
            <a:prstDash val="solid"/>
          </a:ln>
        </p:spPr>
        <p:txBody>
          <a:bodyPr anchor="ctr"/>
          <a:lstStyle/>
          <a:p>
            <a:pPr algn="ctr">
              <a:defRPr sz="660" b="1">
                <a:solidFill>
                  <a:srgbClr val="5F6F7E"/>
                </a:solidFill>
              </a:defRPr>
            </a:pPr>
            <a:r>
              <a:rPr sz="660" b="1">
                <a:solidFill>
                  <a:srgbClr val="5F6F7E"/>
                </a:solidFill>
              </a:rPr>
              <a:t>≥3分计正向｜≥4分计高分</a:t>
            </a:r>
          </a:p>
        </p:txBody>
      </p:sp>
      <p:sp>
        <p:nvSpPr>
          <p:cNvPr id="52" name="ework-foundation">
            <a:extLst>
              <a:ext uri="{FF2B5EF4-FFF2-40B4-BE49-F238E27FC236}">
                <a16:creationId xmlns:a16="http://schemas.microsoft.com/office/drawing/2014/main" id="{ECD8A83A-6FA4-4E4A-9DAD-B9D7EC57A9AF}"/>
              </a:ext>
            </a:extLst>
          </p:cNvPr>
          <p:cNvSpPr>
            <a:spLocks noGrp="1"/>
          </p:cNvSpPr>
          <p:nvPr/>
        </p:nvSpPr>
        <p:spPr>
          <a:xfrm>
            <a:off x="571500" y="3943350"/>
            <a:ext cx="8001000" cy="628650"/>
          </a:xfrm>
          <a:prstGeom prst="rect">
            <a:avLst/>
          </a:prstGeom>
          <a:solidFill>
            <a:srgbClr val="075A9E"/>
          </a:solidFill>
          <a:ln w="0">
            <a:noFill/>
            <a:prstDash val="solid"/>
          </a:ln>
        </p:spPr>
        <p:txBody>
          <a:bodyPr/>
          <a:lstStyle/>
          <a:p>
            <a:endParaRPr lang="zh-CN" altLang="en-US"/>
          </a:p>
        </p:txBody>
      </p:sp>
      <p:pic>
        <p:nvPicPr>
          <p:cNvPr id="111" name="图片 110"/>
          <p:cNvPicPr>
            <a:picLocks noChangeAspect="1"/>
          </p:cNvPicPr>
          <p:nvPr/>
        </p:nvPicPr>
        <p:blipFill>
          <a:blip r:embed="rId3"/>
          <a:stretch/>
        </p:blipFill>
        <p:spPr>
          <a:xfrm>
            <a:off x="762000" y="4064585"/>
            <a:ext cx="971550" cy="233779"/>
          </a:xfrm>
          <a:prstGeom prst="rect">
            <a:avLst/>
          </a:prstGeom>
        </p:spPr>
      </p:pic>
      <p:sp>
        <p:nvSpPr>
          <p:cNvPr id="55" name="ework-label">
            <a:extLst>
              <a:ext uri="{FF2B5EF4-FFF2-40B4-BE49-F238E27FC236}">
                <a16:creationId xmlns:a16="http://schemas.microsoft.com/office/drawing/2014/main" id="{DD2D2BCD-4D67-49EE-B0DF-F4CC1F1AE849}"/>
              </a:ext>
            </a:extLst>
          </p:cNvPr>
          <p:cNvSpPr>
            <a:spLocks noGrp="1"/>
          </p:cNvSpPr>
          <p:nvPr/>
        </p:nvSpPr>
        <p:spPr>
          <a:xfrm>
            <a:off x="647199" y="4333875"/>
            <a:ext cx="1333500" cy="171450"/>
          </a:xfrm>
          <a:prstGeom prst="rect">
            <a:avLst/>
          </a:prstGeom>
          <a:noFill/>
          <a:ln w="0">
            <a:noFill/>
            <a:prstDash val="solid"/>
          </a:ln>
        </p:spPr>
        <p:txBody>
          <a:bodyPr anchor="ctr"/>
          <a:lstStyle/>
          <a:p>
            <a:pPr algn="l">
              <a:defRPr sz="863" b="1">
                <a:solidFill>
                  <a:srgbClr val="BEEAF3"/>
                </a:solidFill>
              </a:defRPr>
            </a:pPr>
            <a:r>
              <a:rPr sz="863">
                <a:solidFill>
                  <a:schemeClr val="bg1"/>
                </a:solidFill>
                <a:latin typeface="+mj-ea"/>
                <a:ea typeface="+mj-ea"/>
              </a:rPr>
              <a:t>企业级AI平台</a:t>
            </a:r>
          </a:p>
        </p:txBody>
      </p:sp>
      <p:sp>
        <p:nvSpPr>
          <p:cNvPr id="56" name="ework-capabilities">
            <a:extLst>
              <a:ext uri="{FF2B5EF4-FFF2-40B4-BE49-F238E27FC236}">
                <a16:creationId xmlns:a16="http://schemas.microsoft.com/office/drawing/2014/main" id="{566CE6C8-CBE2-43F4-A1DF-3879D0A0F671}"/>
              </a:ext>
            </a:extLst>
          </p:cNvPr>
          <p:cNvSpPr>
            <a:spLocks noGrp="1"/>
          </p:cNvSpPr>
          <p:nvPr/>
        </p:nvSpPr>
        <p:spPr>
          <a:xfrm>
            <a:off x="2609850" y="4048125"/>
            <a:ext cx="5810250" cy="400050"/>
          </a:xfrm>
          <a:prstGeom prst="rect">
            <a:avLst/>
          </a:prstGeom>
          <a:noFill/>
          <a:ln w="0">
            <a:noFill/>
            <a:prstDash val="solid"/>
          </a:ln>
        </p:spPr>
        <p:txBody>
          <a:bodyPr anchor="ctr"/>
          <a:lstStyle/>
          <a:p>
            <a:pPr algn="ctr">
              <a:lnSpc>
                <a:spcPct val="150000"/>
              </a:lnSpc>
              <a:defRPr sz="1013" b="1">
                <a:solidFill>
                  <a:srgbClr val="FFFFFF"/>
                </a:solidFill>
              </a:defRPr>
            </a:pPr>
            <a:r>
              <a:rPr sz="1013" b="1">
                <a:solidFill>
                  <a:srgbClr val="FFFFFF"/>
                </a:solidFill>
              </a:rPr>
              <a:t>统一AI入口  ｜  连接人·知识·数据·系统</a:t>
            </a:r>
          </a:p>
          <a:p>
            <a:pPr algn="ctr">
              <a:lnSpc>
                <a:spcPct val="150000"/>
              </a:lnSpc>
              <a:defRPr sz="1013" b="1">
                <a:solidFill>
                  <a:srgbClr val="FFFFFF"/>
                </a:solidFill>
              </a:defRPr>
            </a:pPr>
            <a:r>
              <a:rPr sz="1013" b="1">
                <a:solidFill>
                  <a:srgbClr val="FFFFFF"/>
                </a:solidFill>
              </a:rPr>
              <a:t>Skill·API·Agent编排  ｜  全链路安全治理</a:t>
            </a:r>
          </a:p>
        </p:txBody>
      </p:sp>
      <p:sp>
        <p:nvSpPr>
          <p:cNvPr id="57" name="data-as-of">
            <a:extLst>
              <a:ext uri="{FF2B5EF4-FFF2-40B4-BE49-F238E27FC236}">
                <a16:creationId xmlns:a16="http://schemas.microsoft.com/office/drawing/2014/main" id="{DDB13E4E-68FF-4CA5-86D4-1E39AA1946F8}"/>
              </a:ext>
            </a:extLst>
          </p:cNvPr>
          <p:cNvSpPr>
            <a:spLocks noGrp="1"/>
          </p:cNvSpPr>
          <p:nvPr/>
        </p:nvSpPr>
        <p:spPr>
          <a:xfrm>
            <a:off x="5905500" y="4581525"/>
            <a:ext cx="2667000" cy="142875"/>
          </a:xfrm>
          <a:prstGeom prst="rect">
            <a:avLst/>
          </a:prstGeom>
          <a:noFill/>
          <a:ln w="0">
            <a:noFill/>
            <a:prstDash val="solid"/>
          </a:ln>
        </p:spPr>
        <p:txBody>
          <a:bodyPr anchor="ctr"/>
          <a:lstStyle/>
          <a:p>
            <a:pPr algn="r">
              <a:defRPr sz="638" b="0">
                <a:solidFill>
                  <a:srgbClr val="3C3C3C"/>
                </a:solidFill>
              </a:defRPr>
            </a:pPr>
            <a:r>
              <a:rPr sz="638" b="0">
                <a:solidFill>
                  <a:srgbClr val="3C3C3C"/>
                </a:solidFill>
              </a:rPr>
              <a:t>数据统计截至示例数据，非真实经营统计</a:t>
            </a:r>
          </a:p>
        </p:txBody>
      </p:sp>
    </p:spTree>
    <p:extLst>
      <p:ext uri="{BB962C8B-B14F-4D97-AF65-F5344CB8AC3E}">
        <p14:creationId xmlns:p14="http://schemas.microsoft.com/office/powerpoint/2010/main" val="4235841866"/>
      </p:ext>
    </p:extLst>
  </p:cSld>
  <p:clrMapOvr>
    <a:masterClrMapping/>
  </p:clrMapOvr>
</p:sld>
</file>

<file path=ppt/theme/theme1.xml><?xml version="1.0" encoding="utf-8"?>
<a:theme xmlns:a="http://schemas.openxmlformats.org/drawingml/2006/main" name="中文 EFund_PowerPoint">
  <a:themeElements>
    <a:clrScheme name="易方达ppt色彩体系">
      <a:dk1>
        <a:srgbClr val="3C3C3C"/>
      </a:dk1>
      <a:lt1>
        <a:srgbClr val="FFFFFF"/>
      </a:lt1>
      <a:dk2>
        <a:srgbClr val="FFC819"/>
      </a:dk2>
      <a:lt2>
        <a:srgbClr val="CCCCCC"/>
      </a:lt2>
      <a:accent1>
        <a:srgbClr val="005096"/>
      </a:accent1>
      <a:accent2>
        <a:srgbClr val="0078B4"/>
      </a:accent2>
      <a:accent3>
        <a:srgbClr val="1EB9E1"/>
      </a:accent3>
      <a:accent4>
        <a:srgbClr val="3C3C3C"/>
      </a:accent4>
      <a:accent5>
        <a:srgbClr val="969696"/>
      </a:accent5>
      <a:accent6>
        <a:srgbClr val="D7D7D7"/>
      </a:accent6>
      <a:hlink>
        <a:srgbClr val="FFD71E"/>
      </a:hlink>
      <a:folHlink>
        <a:srgbClr val="FFE61E"/>
      </a:folHlink>
    </a:clrScheme>
    <a:fontScheme name="易方达">
      <a:majorFont>
        <a:latin typeface="Arial"/>
        <a:ea typeface="华文黑体_易方达"/>
        <a:cs typeface="ＭＳ Ｐゴシック"/>
      </a:majorFont>
      <a:minorFont>
        <a:latin typeface="Arial"/>
        <a:ea typeface="华文黑体_易方达"/>
        <a:cs typeface="ＭＳ Ｐゴシック"/>
      </a:minorFont>
    </a:fontScheme>
    <a:fmtScheme name="易方达ppt色彩体系">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中文 EFund_PowerPoint">
  <a:themeElements>
    <a:clrScheme name="易方达ppt色彩体系">
      <a:dk1>
        <a:srgbClr val="3C3C3C"/>
      </a:dk1>
      <a:lt1>
        <a:srgbClr val="FFFFFF"/>
      </a:lt1>
      <a:dk2>
        <a:srgbClr val="FFC819"/>
      </a:dk2>
      <a:lt2>
        <a:srgbClr val="CCCCCC"/>
      </a:lt2>
      <a:accent1>
        <a:srgbClr val="005096"/>
      </a:accent1>
      <a:accent2>
        <a:srgbClr val="0078B4"/>
      </a:accent2>
      <a:accent3>
        <a:srgbClr val="1EB9E1"/>
      </a:accent3>
      <a:accent4>
        <a:srgbClr val="3C3C3C"/>
      </a:accent4>
      <a:accent5>
        <a:srgbClr val="969696"/>
      </a:accent5>
      <a:accent6>
        <a:srgbClr val="D7D7D7"/>
      </a:accent6>
      <a:hlink>
        <a:srgbClr val="FFD71E"/>
      </a:hlink>
      <a:folHlink>
        <a:srgbClr val="FFE61E"/>
      </a:folHlink>
    </a:clrScheme>
    <a:fontScheme name="易方达">
      <a:majorFont>
        <a:latin typeface="Arial"/>
        <a:ea typeface="华文黑体_易方达"/>
        <a:cs typeface="ＭＳ Ｐゴシック"/>
      </a:majorFont>
      <a:minorFont>
        <a:latin typeface="Arial"/>
        <a:ea typeface="华文黑体_易方达"/>
        <a:cs typeface="ＭＳ Ｐゴシック"/>
      </a:minorFont>
    </a:fontScheme>
    <a:fmtScheme name="易方达ppt色彩体系">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103</Words>
  <Application/>
  <DocSecurity>0</DocSecurity>
  <PresentationFormat>自定义</PresentationFormat>
  <Paragraphs>39</Paragraphs>
  <Slides>1</Slides>
  <Notes>1</Notes>
  <HiddenSlides>0</HiddenSlides>
  <MMClips>0</MMClips>
  <ScaleCrop>false</ScaleCrop>
  <LinksUpToDate>false</LinksUpToDate>
  <SharedDoc>false</SharedDoc>
  <HyperlinksChanged>false</HyperlinksChanged>
  <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
  <cp:lastModifiedBy/>
</cp:coreProperties>
</file>