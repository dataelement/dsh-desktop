
<file path=[Content_Types].xml><?xml version="1.0" encoding="utf-8"?>
<Types xmlns="http://schemas.openxmlformats.org/package/2006/content-types">
  <Default Extension="jpeg" ContentType="image/jpeg"/>
  <Default Extension="jp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handoutMasters/handoutMaster1.xml" ContentType="application/vnd.openxmlformats-officedocument.presentationml.handoutMaster+xml"/>
  <Override PartName="/ppt/notesMasters/notesMaster1.xml" ContentType="application/vnd.openxmlformats-officedocument.presentationml.notesMaster+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slideLayouts/slideLayout27.xml" ContentType="application/vnd.openxmlformats-officedocument.presentationml.slideLayout+xml"/>
  <Override PartName="/ppt/slideLayouts/slideLayout28.xml" ContentType="application/vnd.openxmlformats-officedocument.presentationml.slideLayout+xml"/>
  <Override PartName="/ppt/slideLayouts/slideLayout29.xml" ContentType="application/vnd.openxmlformats-officedocument.presentationml.slideLayout+xml"/>
  <Override PartName="/ppt/slideLayouts/slideLayout3.xml" ContentType="application/vnd.openxmlformats-officedocument.presentationml.slideLayout+xml"/>
  <Override PartName="/ppt/slideLayouts/slideLayout30.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theme/theme3.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firstSlideNum="0" showSpecialPlsOnTitleSld="0" strictFirstAndLastChars="0" saveSubsetFonts="1" autoCompressPictures="0">
  <p:sldMasterIdLst>
    <p:sldMasterId id="2147483648" r:id="rId1"/>
  </p:sldMasterIdLst>
  <p:notesMasterIdLst>
    <p:notesMasterId r:id="rId3"/>
  </p:notesMasterIdLst>
  <p:handoutMasterIdLst>
    <p:handoutMasterId r:id="rId4"/>
  </p:handoutMasterIdLst>
  <p:sldIdLst>
    <p:sldId id="443" r:id="rId2"/>
  </p:sldIdLst>
  <p:sldSz cx="9144000" cy="5148263"/>
  <p:notesSz cx="6797675" cy="9928225"/>
  <p:defaultTextStyle>
    <a:defPPr>
      <a:defRPr lang="en-US"/>
    </a:defPPr>
    <a:lvl1pPr algn="l" rtl="0" fontAlgn="base">
      <a:spcBef>
        <a:spcPct val="0"/>
      </a:spcBef>
      <a:spcAft>
        <a:spcPct val="0"/>
      </a:spcAft>
      <a:defRPr sz="2400" kern="1200">
        <a:solidFill>
          <a:schemeClr val="tx1"/>
        </a:solidFill>
        <a:latin typeface="Arial" charset="0"/>
        <a:ea typeface="ＭＳ Ｐゴシック" charset="0"/>
        <a:cs typeface="ＭＳ Ｐゴシック" charset="0"/>
      </a:defRPr>
    </a:lvl1pPr>
    <a:lvl2pPr marL="457200" algn="l" rtl="0" fontAlgn="base">
      <a:spcBef>
        <a:spcPct val="0"/>
      </a:spcBef>
      <a:spcAft>
        <a:spcPct val="0"/>
      </a:spcAft>
      <a:defRPr sz="2400" kern="1200">
        <a:solidFill>
          <a:schemeClr val="tx1"/>
        </a:solidFill>
        <a:latin typeface="Arial" charset="0"/>
        <a:ea typeface="ＭＳ Ｐゴシック" charset="0"/>
        <a:cs typeface="ＭＳ Ｐゴシック" charset="0"/>
      </a:defRPr>
    </a:lvl2pPr>
    <a:lvl3pPr marL="914400" algn="l" rtl="0" fontAlgn="base">
      <a:spcBef>
        <a:spcPct val="0"/>
      </a:spcBef>
      <a:spcAft>
        <a:spcPct val="0"/>
      </a:spcAft>
      <a:defRPr sz="2400" kern="1200">
        <a:solidFill>
          <a:schemeClr val="tx1"/>
        </a:solidFill>
        <a:latin typeface="Arial" charset="0"/>
        <a:ea typeface="ＭＳ Ｐゴシック" charset="0"/>
        <a:cs typeface="ＭＳ Ｐゴシック" charset="0"/>
      </a:defRPr>
    </a:lvl3pPr>
    <a:lvl4pPr marL="1371600" algn="l" rtl="0" fontAlgn="base">
      <a:spcBef>
        <a:spcPct val="0"/>
      </a:spcBef>
      <a:spcAft>
        <a:spcPct val="0"/>
      </a:spcAft>
      <a:defRPr sz="2400" kern="1200">
        <a:solidFill>
          <a:schemeClr val="tx1"/>
        </a:solidFill>
        <a:latin typeface="Arial" charset="0"/>
        <a:ea typeface="ＭＳ Ｐゴシック" charset="0"/>
        <a:cs typeface="ＭＳ Ｐゴシック" charset="0"/>
      </a:defRPr>
    </a:lvl4pPr>
    <a:lvl5pPr marL="1828800" algn="l" rtl="0" fontAlgn="base">
      <a:spcBef>
        <a:spcPct val="0"/>
      </a:spcBef>
      <a:spcAft>
        <a:spcPct val="0"/>
      </a:spcAft>
      <a:defRPr sz="2400" kern="1200">
        <a:solidFill>
          <a:schemeClr val="tx1"/>
        </a:solidFill>
        <a:latin typeface="Arial" charset="0"/>
        <a:ea typeface="ＭＳ Ｐゴシック" charset="0"/>
        <a:cs typeface="ＭＳ Ｐゴシック" charset="0"/>
      </a:defRPr>
    </a:lvl5pPr>
    <a:lvl6pPr marL="2286000" algn="l" defTabSz="457200" rtl="0" eaLnBrk="1" latinLnBrk="0" hangingPunct="1">
      <a:defRPr sz="2400" kern="1200">
        <a:solidFill>
          <a:schemeClr val="tx1"/>
        </a:solidFill>
        <a:latin typeface="Arial" charset="0"/>
        <a:ea typeface="ＭＳ Ｐゴシック" charset="0"/>
        <a:cs typeface="ＭＳ Ｐゴシック" charset="0"/>
      </a:defRPr>
    </a:lvl6pPr>
    <a:lvl7pPr marL="2743200" algn="l" defTabSz="457200" rtl="0" eaLnBrk="1" latinLnBrk="0" hangingPunct="1">
      <a:defRPr sz="2400" kern="1200">
        <a:solidFill>
          <a:schemeClr val="tx1"/>
        </a:solidFill>
        <a:latin typeface="Arial" charset="0"/>
        <a:ea typeface="ＭＳ Ｐゴシック" charset="0"/>
        <a:cs typeface="ＭＳ Ｐゴシック" charset="0"/>
      </a:defRPr>
    </a:lvl7pPr>
    <a:lvl8pPr marL="3200400" algn="l" defTabSz="457200" rtl="0" eaLnBrk="1" latinLnBrk="0" hangingPunct="1">
      <a:defRPr sz="2400" kern="1200">
        <a:solidFill>
          <a:schemeClr val="tx1"/>
        </a:solidFill>
        <a:latin typeface="Arial" charset="0"/>
        <a:ea typeface="ＭＳ Ｐゴシック" charset="0"/>
        <a:cs typeface="ＭＳ Ｐゴシック" charset="0"/>
      </a:defRPr>
    </a:lvl8pPr>
    <a:lvl9pPr marL="3657600" algn="l" defTabSz="457200" rtl="0" eaLnBrk="1" latinLnBrk="0" hangingPunct="1">
      <a:defRPr sz="2400" kern="1200">
        <a:solidFill>
          <a:schemeClr val="tx1"/>
        </a:solidFill>
        <a:latin typeface="Arial" charset="0"/>
        <a:ea typeface="ＭＳ Ｐゴシック" charset="0"/>
        <a:cs typeface="ＭＳ Ｐゴシック" charset="0"/>
      </a:defRPr>
    </a:lvl9pPr>
  </p:defaultTextStyle>
  <p:extLst>
    <p:ext uri="{EFAFB233-063F-42B5-8137-9DF3F51BA10A}">
      <p15:sldGuideLst xmlns:p15="http://schemas.microsoft.com/office/powerpoint/2012/main">
        <p15:guide id="6" orient="horz" pos="170" userDrawn="1">
          <p15:clr>
            <a:srgbClr val="A4A3A4"/>
          </p15:clr>
        </p15:guide>
        <p15:guide id="7" pos="2880">
          <p15:clr>
            <a:srgbClr val="A4A3A4"/>
          </p15:clr>
        </p15:guide>
      </p15:sldGuideLst>
    </p:ext>
    <p:ext uri="{2D200454-40CA-4A62-9FC3-DE9A4176ACB9}">
      <p15:notesGuideLst xmlns:p15="http://schemas.microsoft.com/office/powerpoint/2012/main">
        <p15:guide id="1" orient="horz" pos="3127" userDrawn="1">
          <p15:clr>
            <a:srgbClr val="A4A3A4"/>
          </p15:clr>
        </p15:guide>
        <p15:guide id="2" pos="2141" userDrawn="1">
          <p15:clr>
            <a:srgbClr val="A4A3A4"/>
          </p15:clr>
        </p15:guide>
      </p15:notes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useTimings="0">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00BEE6"/>
    <a:srgbClr val="00329F"/>
    <a:srgbClr val="FF0066"/>
    <a:srgbClr val="0F6FC6"/>
    <a:srgbClr val="007A37"/>
    <a:srgbClr val="CBD0DD"/>
    <a:srgbClr val="E7E9EF"/>
    <a:srgbClr val="30BFE3"/>
    <a:srgbClr val="005096"/>
    <a:srgbClr val="0078B4"/>
  </p:clrMru>
  <p:extLst>
    <p:ext uri="{E76CE94A-603C-4142-B9EB-6D1370010A27}">
      <p14:discardImageEditData xmlns:p14="http://schemas.microsoft.com/office/powerpoint/2010/main" val="0"/>
    </p:ext>
    <p:ext uri="{D31A062A-798A-4329-ABDD-BBA856620510}">
      <p14:defaultImageDpi xmlns:p14="http://schemas.microsoft.com/office/powerpoint/2010/main" val="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5C22544A-7EE6-4342-B048-85BDC9FD1C3A}" styleName="中度样式 2 - 强调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BC89EF96-8CEA-46FF-86C4-4CE0E7609802}" styleName="浅色样式 3 - 强调 1">
    <a:wholeTbl>
      <a:tcTxStyle>
        <a:fontRef idx="minor">
          <a:scrgbClr r="0" g="0" b="0"/>
        </a:fontRef>
        <a:schemeClr val="tx1"/>
      </a:tcTxStyle>
      <a:tcStyle>
        <a:tcBdr>
          <a:left>
            <a:ln w="12700" cmpd="sng">
              <a:solidFill>
                <a:schemeClr val="accent1"/>
              </a:solidFill>
            </a:ln>
          </a:left>
          <a:right>
            <a:ln w="12700" cmpd="sng">
              <a:solidFill>
                <a:schemeClr val="accent1"/>
              </a:solidFill>
            </a:ln>
          </a:right>
          <a:top>
            <a:ln w="12700" cmpd="sng">
              <a:solidFill>
                <a:schemeClr val="accent1"/>
              </a:solidFill>
            </a:ln>
          </a:top>
          <a:bottom>
            <a:ln w="12700" cmpd="sng">
              <a:solidFill>
                <a:schemeClr val="accent1"/>
              </a:solidFill>
            </a:ln>
          </a:bottom>
          <a:insideH>
            <a:ln w="12700" cmpd="sng">
              <a:solidFill>
                <a:schemeClr val="accent1"/>
              </a:solidFill>
            </a:ln>
          </a:insideH>
          <a:insideV>
            <a:ln w="12700" cmpd="sng">
              <a:solidFill>
                <a:schemeClr val="accent1"/>
              </a:solidFill>
            </a:ln>
          </a:insideV>
        </a:tcBdr>
        <a:fill>
          <a:noFill/>
        </a:fill>
      </a:tcStyle>
    </a:wholeTbl>
    <a:band1H>
      <a:tcStyle>
        <a:tcBdr/>
        <a:fill>
          <a:solidFill>
            <a:schemeClr val="accent1">
              <a:alpha val="20000"/>
            </a:schemeClr>
          </a:solidFill>
        </a:fill>
      </a:tcStyle>
    </a:band1H>
    <a:band1V>
      <a:tcStyle>
        <a:tcBdr/>
        <a:fill>
          <a:solidFill>
            <a:schemeClr val="accent1">
              <a:alpha val="20000"/>
            </a:schemeClr>
          </a:solidFill>
        </a:fill>
      </a:tcStyle>
    </a:band1V>
    <a:lastCol>
      <a:tcTxStyle b="on"/>
      <a:tcStyle>
        <a:tcBdr/>
      </a:tcStyle>
    </a:lastCol>
    <a:firstCol>
      <a:tcTxStyle b="on"/>
      <a:tcStyle>
        <a:tcBdr/>
      </a:tcStyle>
    </a:firstCol>
    <a:lastRow>
      <a:tcTxStyle b="on"/>
      <a:tcStyle>
        <a:tcBdr>
          <a:top>
            <a:ln w="50800" cmpd="dbl">
              <a:solidFill>
                <a:schemeClr val="accent1"/>
              </a:solidFill>
            </a:ln>
          </a:top>
        </a:tcBdr>
        <a:fill>
          <a:noFill/>
        </a:fill>
      </a:tcStyle>
    </a:lastRow>
    <a:firstRow>
      <a:tcTxStyle b="on"/>
      <a:tcStyle>
        <a:tcBdr>
          <a:bottom>
            <a:ln w="25400" cmpd="sng">
              <a:solidFill>
                <a:schemeClr val="accent1"/>
              </a:solidFill>
            </a:ln>
          </a:bottom>
        </a:tcBdr>
        <a:fill>
          <a:no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6976" autoAdjust="0"/>
    <p:restoredTop sz="99873" autoAdjust="0"/>
  </p:normalViewPr>
  <p:slideViewPr>
    <p:cSldViewPr snapToGrid="0">
      <p:cViewPr varScale="1">
        <p:scale>
          <a:sx n="86" d="100"/>
          <a:sy n="86" d="100"/>
        </p:scale>
        <p:origin x="92" y="60"/>
      </p:cViewPr>
      <p:guideLst>
        <p:guide orient="horz" pos="170"/>
        <p:guide pos="2880"/>
      </p:guideLst>
    </p:cSldViewPr>
  </p:slideViewPr>
  <p:notesTextViewPr>
    <p:cViewPr>
      <p:scale>
        <a:sx n="100" d="100"/>
        <a:sy n="100" d="100"/>
      </p:scale>
      <p:origin x="0" y="0"/>
    </p:cViewPr>
  </p:notesTextViewPr>
  <p:sorterViewPr>
    <p:cViewPr>
      <p:scale>
        <a:sx n="66" d="100"/>
        <a:sy n="66" d="100"/>
      </p:scale>
      <p:origin x="0" y="0"/>
    </p:cViewPr>
  </p:sorterViewPr>
  <p:notesViewPr>
    <p:cSldViewPr snapToGrid="0">
      <p:cViewPr varScale="1">
        <p:scale>
          <a:sx n="60" d="100"/>
          <a:sy n="60" d="100"/>
        </p:scale>
        <p:origin x="3396" y="66"/>
      </p:cViewPr>
      <p:guideLst>
        <p:guide orient="horz" pos="3127"/>
        <p:guide pos="2141"/>
      </p:guideLst>
    </p:cSldViewPr>
  </p:notesViewPr>
  <p:gridSpacing cx="72008" cy="72008"/>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notesMaster" Target="notesMasters/notesMaster1.xml"/><Relationship Id="rId4" Type="http://schemas.openxmlformats.org/officeDocument/2006/relationships/handoutMaster" Target="handoutMasters/handoutMaster1.xml"/><Relationship Id="rId5" Type="http://schemas.openxmlformats.org/officeDocument/2006/relationships/presProps" Target="presProps.xml"/><Relationship Id="rId6" Type="http://schemas.openxmlformats.org/officeDocument/2006/relationships/viewProps" Target="viewProps.xml"/><Relationship Id="rId7" Type="http://schemas.openxmlformats.org/officeDocument/2006/relationships/theme" Target="theme/theme1.xml"/><Relationship Id="rId8" Type="http://schemas.openxmlformats.org/officeDocument/2006/relationships/tableStyles" Target="tableStyles.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6146" name="Rectangle 1026"/>
          <p:cNvSpPr>
            <a:spLocks noGrp="1" noChangeArrowheads="1"/>
          </p:cNvSpPr>
          <p:nvPr>
            <p:ph type="hdr" sz="quarter"/>
          </p:nvPr>
        </p:nvSpPr>
        <p:spPr bwMode="auto">
          <a:xfrm>
            <a:off x="0" y="0"/>
            <a:ext cx="2945659" cy="496411"/>
          </a:xfrm>
          <a:prstGeom prst="rect">
            <a:avLst/>
          </a:prstGeom>
          <a:noFill/>
          <a:ln w="9525">
            <a:noFill/>
            <a:miter lim="800000"/>
            <a:headEnd/>
            <a:tailEnd/>
          </a:ln>
        </p:spPr>
        <p:txBody>
          <a:bodyPr vert="horz" wrap="square" lIns="95564" tIns="47782" rIns="95564" bIns="47782" numCol="1" anchor="t" anchorCtr="0" compatLnSpc="1">
            <a:prstTxWarp prst="textNoShape">
              <a:avLst/>
            </a:prstTxWarp>
          </a:bodyPr>
          <a:lstStyle>
            <a:lvl1pPr eaLnBrk="0" hangingPunct="0">
              <a:defRPr sz="1300">
                <a:ea typeface="ＭＳ Ｐゴシック" charset="-128"/>
                <a:cs typeface="+mn-cs"/>
              </a:defRPr>
            </a:lvl1pPr>
          </a:lstStyle>
          <a:p>
            <a:pPr>
              <a:defRPr/>
            </a:pPr>
            <a:endParaRPr lang="zh-CN" altLang="zh-CN"/>
          </a:p>
        </p:txBody>
      </p:sp>
      <p:sp>
        <p:nvSpPr>
          <p:cNvPr id="6147" name="Rectangle 1027"/>
          <p:cNvSpPr>
            <a:spLocks noGrp="1" noChangeArrowheads="1"/>
          </p:cNvSpPr>
          <p:nvPr>
            <p:ph type="dt" sz="quarter" idx="1"/>
          </p:nvPr>
        </p:nvSpPr>
        <p:spPr bwMode="auto">
          <a:xfrm>
            <a:off x="3852017" y="0"/>
            <a:ext cx="2945659" cy="496411"/>
          </a:xfrm>
          <a:prstGeom prst="rect">
            <a:avLst/>
          </a:prstGeom>
          <a:noFill/>
          <a:ln w="9525">
            <a:noFill/>
            <a:miter lim="800000"/>
            <a:headEnd/>
            <a:tailEnd/>
          </a:ln>
        </p:spPr>
        <p:txBody>
          <a:bodyPr vert="horz" wrap="square" lIns="95564" tIns="47782" rIns="95564" bIns="47782" numCol="1" anchor="t" anchorCtr="0" compatLnSpc="1">
            <a:prstTxWarp prst="textNoShape">
              <a:avLst/>
            </a:prstTxWarp>
          </a:bodyPr>
          <a:lstStyle>
            <a:lvl1pPr algn="r" eaLnBrk="0" hangingPunct="0">
              <a:defRPr sz="1300">
                <a:ea typeface="ＭＳ Ｐゴシック" charset="-128"/>
                <a:cs typeface="+mn-cs"/>
              </a:defRPr>
            </a:lvl1pPr>
          </a:lstStyle>
          <a:p>
            <a:pPr>
              <a:defRPr/>
            </a:pPr>
            <a:fld id="{71136D29-0B71-4B87-9EA6-A3C4B08C8A2A}" type="datetime1">
              <a:rPr lang="en-US" altLang="zh-CN" smtClean="0"/>
              <a:t>6/3/2026</a:t>
            </a:fld>
            <a:endParaRPr lang="en-US" altLang="zh-CN"/>
          </a:p>
        </p:txBody>
      </p:sp>
      <p:sp>
        <p:nvSpPr>
          <p:cNvPr id="6148" name="Rectangle 1028"/>
          <p:cNvSpPr>
            <a:spLocks noGrp="1" noChangeArrowheads="1"/>
          </p:cNvSpPr>
          <p:nvPr>
            <p:ph type="ftr" sz="quarter" idx="2"/>
          </p:nvPr>
        </p:nvSpPr>
        <p:spPr bwMode="auto">
          <a:xfrm>
            <a:off x="0" y="9431814"/>
            <a:ext cx="2945659" cy="496411"/>
          </a:xfrm>
          <a:prstGeom prst="rect">
            <a:avLst/>
          </a:prstGeom>
          <a:noFill/>
          <a:ln w="9525">
            <a:noFill/>
            <a:miter lim="800000"/>
            <a:headEnd/>
            <a:tailEnd/>
          </a:ln>
        </p:spPr>
        <p:txBody>
          <a:bodyPr vert="horz" wrap="square" lIns="95564" tIns="47782" rIns="95564" bIns="47782" numCol="1" anchor="b" anchorCtr="0" compatLnSpc="1">
            <a:prstTxWarp prst="textNoShape">
              <a:avLst/>
            </a:prstTxWarp>
          </a:bodyPr>
          <a:lstStyle>
            <a:lvl1pPr eaLnBrk="0" hangingPunct="0">
              <a:defRPr sz="1300">
                <a:ea typeface="ＭＳ Ｐゴシック" charset="-128"/>
                <a:cs typeface="+mn-cs"/>
              </a:defRPr>
            </a:lvl1pPr>
          </a:lstStyle>
          <a:p>
            <a:pPr>
              <a:defRPr/>
            </a:pPr>
            <a:endParaRPr lang="zh-CN" altLang="zh-CN"/>
          </a:p>
        </p:txBody>
      </p:sp>
      <p:sp>
        <p:nvSpPr>
          <p:cNvPr id="6149" name="Rectangle 1029"/>
          <p:cNvSpPr>
            <a:spLocks noGrp="1" noChangeArrowheads="1"/>
          </p:cNvSpPr>
          <p:nvPr>
            <p:ph type="sldNum" sz="quarter" idx="3"/>
          </p:nvPr>
        </p:nvSpPr>
        <p:spPr bwMode="auto">
          <a:xfrm>
            <a:off x="3852017" y="9431814"/>
            <a:ext cx="2945659" cy="496411"/>
          </a:xfrm>
          <a:prstGeom prst="rect">
            <a:avLst/>
          </a:prstGeom>
          <a:noFill/>
          <a:ln w="9525">
            <a:noFill/>
            <a:miter lim="800000"/>
            <a:headEnd/>
            <a:tailEnd/>
          </a:ln>
        </p:spPr>
        <p:txBody>
          <a:bodyPr vert="horz" wrap="square" lIns="95564" tIns="47782" rIns="95564" bIns="47782" numCol="1" anchor="b" anchorCtr="0" compatLnSpc="1">
            <a:prstTxWarp prst="textNoShape">
              <a:avLst/>
            </a:prstTxWarp>
          </a:bodyPr>
          <a:lstStyle>
            <a:lvl1pPr algn="r" eaLnBrk="0" hangingPunct="0">
              <a:defRPr sz="1300">
                <a:ea typeface="ＭＳ Ｐゴシック" charset="-128"/>
                <a:cs typeface="+mn-cs"/>
              </a:defRPr>
            </a:lvl1pPr>
          </a:lstStyle>
          <a:p>
            <a:pPr>
              <a:defRPr/>
            </a:pPr>
            <a:fld id="{CE4CA4F6-556B-7242-8BE3-9F4ABA8DAB66}" type="slidenum">
              <a:rPr lang="en-US" altLang="zh-CN"/>
              <a:pPr>
                <a:defRPr/>
              </a:pPr>
              <a:t>‹#›</a:t>
            </a:fld>
            <a:endParaRPr lang="en-US" altLang="zh-CN"/>
          </a:p>
        </p:txBody>
      </p:sp>
    </p:spTree>
    <p:extLst>
      <p:ext uri="{BB962C8B-B14F-4D97-AF65-F5344CB8AC3E}">
        <p14:creationId xmlns:p14="http://schemas.microsoft.com/office/powerpoint/2010/main" val="3979984457"/>
      </p:ext>
    </p:extLst>
  </p:cSld>
  <p:clrMap bg1="lt1" tx1="dk1" bg2="lt2" tx2="dk2" accent1="accent1" accent2="accent2" accent3="accent3" accent4="accent4" accent5="accent5" accent6="accent6" hlink="hlink" folHlink="folHlink"/>
  <p:hf hdr="0" ftr="0"/>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5122" name="Rectangle 1026"/>
          <p:cNvSpPr>
            <a:spLocks noGrp="1" noChangeArrowheads="1"/>
          </p:cNvSpPr>
          <p:nvPr>
            <p:ph type="hdr" sz="quarter"/>
          </p:nvPr>
        </p:nvSpPr>
        <p:spPr bwMode="auto">
          <a:xfrm>
            <a:off x="0" y="0"/>
            <a:ext cx="2945659" cy="496411"/>
          </a:xfrm>
          <a:prstGeom prst="rect">
            <a:avLst/>
          </a:prstGeom>
          <a:noFill/>
          <a:ln w="9525">
            <a:noFill/>
            <a:miter lim="800000"/>
            <a:headEnd/>
            <a:tailEnd/>
          </a:ln>
        </p:spPr>
        <p:txBody>
          <a:bodyPr vert="horz" wrap="square" lIns="95564" tIns="47782" rIns="95564" bIns="47782" numCol="1" anchor="t" anchorCtr="0" compatLnSpc="1">
            <a:prstTxWarp prst="textNoShape">
              <a:avLst/>
            </a:prstTxWarp>
          </a:bodyPr>
          <a:lstStyle>
            <a:lvl1pPr eaLnBrk="0" hangingPunct="0">
              <a:defRPr sz="1300">
                <a:ea typeface="ＭＳ Ｐゴシック" charset="-128"/>
                <a:cs typeface="+mn-cs"/>
              </a:defRPr>
            </a:lvl1pPr>
          </a:lstStyle>
          <a:p>
            <a:pPr>
              <a:defRPr/>
            </a:pPr>
            <a:endParaRPr lang="zh-CN" altLang="zh-CN"/>
          </a:p>
        </p:txBody>
      </p:sp>
      <p:sp>
        <p:nvSpPr>
          <p:cNvPr id="5123" name="Rectangle 1027"/>
          <p:cNvSpPr>
            <a:spLocks noGrp="1" noChangeArrowheads="1"/>
          </p:cNvSpPr>
          <p:nvPr>
            <p:ph type="dt" idx="1"/>
          </p:nvPr>
        </p:nvSpPr>
        <p:spPr bwMode="auto">
          <a:xfrm>
            <a:off x="3852017" y="0"/>
            <a:ext cx="2945659" cy="496411"/>
          </a:xfrm>
          <a:prstGeom prst="rect">
            <a:avLst/>
          </a:prstGeom>
          <a:noFill/>
          <a:ln w="9525">
            <a:noFill/>
            <a:miter lim="800000"/>
            <a:headEnd/>
            <a:tailEnd/>
          </a:ln>
        </p:spPr>
        <p:txBody>
          <a:bodyPr vert="horz" wrap="square" lIns="95564" tIns="47782" rIns="95564" bIns="47782" numCol="1" anchor="t" anchorCtr="0" compatLnSpc="1">
            <a:prstTxWarp prst="textNoShape">
              <a:avLst/>
            </a:prstTxWarp>
          </a:bodyPr>
          <a:lstStyle>
            <a:lvl1pPr algn="r" eaLnBrk="0" hangingPunct="0">
              <a:defRPr sz="1300">
                <a:ea typeface="ＭＳ Ｐゴシック" charset="-128"/>
                <a:cs typeface="+mn-cs"/>
              </a:defRPr>
            </a:lvl1pPr>
          </a:lstStyle>
          <a:p>
            <a:pPr>
              <a:defRPr/>
            </a:pPr>
            <a:fld id="{73BD08B8-CE5D-4361-AC02-25A5024566BA}" type="datetime1">
              <a:rPr lang="en-US" altLang="zh-CN" smtClean="0"/>
              <a:t>6/3/2026</a:t>
            </a:fld>
            <a:endParaRPr lang="en-US" altLang="zh-CN"/>
          </a:p>
        </p:txBody>
      </p:sp>
      <p:sp>
        <p:nvSpPr>
          <p:cNvPr id="13316" name="Rectangle 1028"/>
          <p:cNvSpPr>
            <a:spLocks noGrp="1" noRot="1" noChangeAspect="1" noChangeArrowheads="1" noTextEdit="1"/>
          </p:cNvSpPr>
          <p:nvPr>
            <p:ph type="sldImg" idx="2"/>
          </p:nvPr>
        </p:nvSpPr>
        <p:spPr bwMode="auto">
          <a:xfrm>
            <a:off x="93663" y="744538"/>
            <a:ext cx="6610350" cy="3722687"/>
          </a:xfrm>
          <a:prstGeom prst="rect">
            <a:avLst/>
          </a:prstGeom>
          <a:noFill/>
          <a:ln w="9525">
            <a:solidFill>
              <a:srgbClr val="000000"/>
            </a:solidFill>
            <a:miter lim="800000"/>
            <a:headEnd/>
            <a:tailEnd/>
          </a:ln>
          <a:extLst>
            <a:ext uri="{909E8E84-426E-40dd-AFC4-6F175D3DCCD1}">
              <a14:hiddenFill xmlns:a14="http://schemas.microsoft.com/office/drawing/2010/main" xmlns="">
                <a:solidFill>
                  <a:srgbClr val="FFFFFF"/>
                </a:solidFill>
              </a14:hiddenFill>
            </a:ext>
            <a:ext uri="{FAA26D3D-D897-4be2-8F04-BA451C77F1D7}">
              <ma14:placeholderFlag xmlns:ma14="http://schemas.microsoft.com/office/mac/drawingml/2011/main" xmlns="" val="1"/>
            </a:ext>
          </a:extLst>
        </p:spPr>
      </p:sp>
      <p:sp>
        <p:nvSpPr>
          <p:cNvPr id="5125" name="Rectangle 1029"/>
          <p:cNvSpPr>
            <a:spLocks noGrp="1" noChangeArrowheads="1"/>
          </p:cNvSpPr>
          <p:nvPr>
            <p:ph type="body" sz="quarter" idx="3"/>
          </p:nvPr>
        </p:nvSpPr>
        <p:spPr bwMode="auto">
          <a:xfrm>
            <a:off x="906358" y="4715907"/>
            <a:ext cx="4984961" cy="4467701"/>
          </a:xfrm>
          <a:prstGeom prst="rect">
            <a:avLst/>
          </a:prstGeom>
          <a:noFill/>
          <a:ln w="9525">
            <a:noFill/>
            <a:miter lim="800000"/>
            <a:headEnd/>
            <a:tailEnd/>
          </a:ln>
        </p:spPr>
        <p:txBody>
          <a:bodyPr vert="horz" wrap="square" lIns="95564" tIns="47782" rIns="95564" bIns="47782" numCol="1" anchor="t" anchorCtr="0" compatLnSpc="1">
            <a:prstTxWarp prst="textNoShape">
              <a:avLst/>
            </a:prstTxWarp>
          </a:bodyPr>
          <a:lstStyle/>
          <a:p>
            <a:pPr lvl="0"/>
            <a:r>
              <a:rPr lang="en-US" noProof="0"/>
              <a:t>Click to edit Master text styles</a:t>
            </a:r>
          </a:p>
          <a:p>
            <a:pPr lvl="1"/>
            <a:r>
              <a:rPr lang="en-US" noProof="0"/>
              <a:t>Second level</a:t>
            </a:r>
          </a:p>
          <a:p>
            <a:pPr lvl="2"/>
            <a:r>
              <a:rPr lang="en-US" noProof="0"/>
              <a:t>Third level</a:t>
            </a:r>
          </a:p>
          <a:p>
            <a:pPr lvl="3"/>
            <a:r>
              <a:rPr lang="en-US" noProof="0"/>
              <a:t>Fourth level</a:t>
            </a:r>
          </a:p>
          <a:p>
            <a:pPr lvl="4"/>
            <a:r>
              <a:rPr lang="en-US" noProof="0"/>
              <a:t>Fifth level</a:t>
            </a:r>
          </a:p>
        </p:txBody>
      </p:sp>
      <p:sp>
        <p:nvSpPr>
          <p:cNvPr id="5126" name="Rectangle 1030"/>
          <p:cNvSpPr>
            <a:spLocks noGrp="1" noChangeArrowheads="1"/>
          </p:cNvSpPr>
          <p:nvPr>
            <p:ph type="ftr" sz="quarter" idx="4"/>
          </p:nvPr>
        </p:nvSpPr>
        <p:spPr bwMode="auto">
          <a:xfrm>
            <a:off x="0" y="9431814"/>
            <a:ext cx="2945659" cy="496411"/>
          </a:xfrm>
          <a:prstGeom prst="rect">
            <a:avLst/>
          </a:prstGeom>
          <a:noFill/>
          <a:ln w="9525">
            <a:noFill/>
            <a:miter lim="800000"/>
            <a:headEnd/>
            <a:tailEnd/>
          </a:ln>
        </p:spPr>
        <p:txBody>
          <a:bodyPr vert="horz" wrap="square" lIns="95564" tIns="47782" rIns="95564" bIns="47782" numCol="1" anchor="b" anchorCtr="0" compatLnSpc="1">
            <a:prstTxWarp prst="textNoShape">
              <a:avLst/>
            </a:prstTxWarp>
          </a:bodyPr>
          <a:lstStyle>
            <a:lvl1pPr eaLnBrk="0" hangingPunct="0">
              <a:defRPr sz="1300">
                <a:ea typeface="ＭＳ Ｐゴシック" charset="-128"/>
                <a:cs typeface="+mn-cs"/>
              </a:defRPr>
            </a:lvl1pPr>
          </a:lstStyle>
          <a:p>
            <a:pPr>
              <a:defRPr/>
            </a:pPr>
            <a:endParaRPr lang="zh-CN" altLang="zh-CN"/>
          </a:p>
        </p:txBody>
      </p:sp>
      <p:sp>
        <p:nvSpPr>
          <p:cNvPr id="5127" name="Rectangle 1031"/>
          <p:cNvSpPr>
            <a:spLocks noGrp="1" noChangeArrowheads="1"/>
          </p:cNvSpPr>
          <p:nvPr>
            <p:ph type="sldNum" sz="quarter" idx="5"/>
          </p:nvPr>
        </p:nvSpPr>
        <p:spPr bwMode="auto">
          <a:xfrm>
            <a:off x="3852017" y="9431814"/>
            <a:ext cx="2945659" cy="496411"/>
          </a:xfrm>
          <a:prstGeom prst="rect">
            <a:avLst/>
          </a:prstGeom>
          <a:noFill/>
          <a:ln w="9525">
            <a:noFill/>
            <a:miter lim="800000"/>
            <a:headEnd/>
            <a:tailEnd/>
          </a:ln>
        </p:spPr>
        <p:txBody>
          <a:bodyPr vert="horz" wrap="square" lIns="95564" tIns="47782" rIns="95564" bIns="47782" numCol="1" anchor="b" anchorCtr="0" compatLnSpc="1">
            <a:prstTxWarp prst="textNoShape">
              <a:avLst/>
            </a:prstTxWarp>
          </a:bodyPr>
          <a:lstStyle>
            <a:lvl1pPr algn="r" eaLnBrk="0" hangingPunct="0">
              <a:defRPr sz="1300">
                <a:ea typeface="ＭＳ Ｐゴシック" charset="-128"/>
                <a:cs typeface="+mn-cs"/>
              </a:defRPr>
            </a:lvl1pPr>
          </a:lstStyle>
          <a:p>
            <a:pPr>
              <a:defRPr/>
            </a:pPr>
            <a:fld id="{494CCD7F-0C97-9D43-ADD7-444F994B5429}" type="slidenum">
              <a:rPr lang="en-US" altLang="zh-CN"/>
              <a:pPr>
                <a:defRPr/>
              </a:pPr>
              <a:t>‹#›</a:t>
            </a:fld>
            <a:endParaRPr lang="en-US" altLang="zh-CN"/>
          </a:p>
        </p:txBody>
      </p:sp>
    </p:spTree>
    <p:extLst>
      <p:ext uri="{BB962C8B-B14F-4D97-AF65-F5344CB8AC3E}">
        <p14:creationId xmlns:p14="http://schemas.microsoft.com/office/powerpoint/2010/main" val="1406483427"/>
      </p:ext>
    </p:extLst>
  </p:cSld>
  <p:clrMap bg1="lt1" tx1="dk1" bg2="lt2" tx2="dk2" accent1="accent1" accent2="accent2" accent3="accent3" accent4="accent4" accent5="accent5" accent6="accent6" hlink="hlink" folHlink="folHlink"/>
  <p:hf hdr="0" ftr="0"/>
  <p:notesStyle>
    <a:lvl1pPr algn="l" rtl="0" eaLnBrk="0" fontAlgn="base" hangingPunct="0">
      <a:spcBef>
        <a:spcPct val="30000"/>
      </a:spcBef>
      <a:spcAft>
        <a:spcPct val="0"/>
      </a:spcAft>
      <a:defRPr sz="1200" kern="1200">
        <a:solidFill>
          <a:schemeClr val="tx1"/>
        </a:solidFill>
        <a:latin typeface="Arial" charset="0"/>
        <a:ea typeface="ＭＳ Ｐゴシック" charset="-128"/>
        <a:cs typeface="ＭＳ Ｐゴシック" charset="-128"/>
      </a:defRPr>
    </a:lvl1pPr>
    <a:lvl2pPr marL="457200" algn="l" rtl="0" eaLnBrk="0" fontAlgn="base" hangingPunct="0">
      <a:spcBef>
        <a:spcPct val="30000"/>
      </a:spcBef>
      <a:spcAft>
        <a:spcPct val="0"/>
      </a:spcAft>
      <a:defRPr sz="1200" kern="1200">
        <a:solidFill>
          <a:schemeClr val="tx1"/>
        </a:solidFill>
        <a:latin typeface="Arial" charset="0"/>
        <a:ea typeface="ＭＳ Ｐゴシック" charset="-128"/>
        <a:cs typeface="+mn-cs"/>
      </a:defRPr>
    </a:lvl2pPr>
    <a:lvl3pPr marL="914400" algn="l" rtl="0" eaLnBrk="0" fontAlgn="base" hangingPunct="0">
      <a:spcBef>
        <a:spcPct val="30000"/>
      </a:spcBef>
      <a:spcAft>
        <a:spcPct val="0"/>
      </a:spcAft>
      <a:defRPr sz="1200" kern="1200">
        <a:solidFill>
          <a:schemeClr val="tx1"/>
        </a:solidFill>
        <a:latin typeface="Arial" charset="0"/>
        <a:ea typeface="ＭＳ Ｐゴシック" charset="-128"/>
        <a:cs typeface="+mn-cs"/>
      </a:defRPr>
    </a:lvl3pPr>
    <a:lvl4pPr marL="1371600" algn="l" rtl="0" eaLnBrk="0" fontAlgn="base" hangingPunct="0">
      <a:spcBef>
        <a:spcPct val="30000"/>
      </a:spcBef>
      <a:spcAft>
        <a:spcPct val="0"/>
      </a:spcAft>
      <a:defRPr sz="1200" kern="1200">
        <a:solidFill>
          <a:schemeClr val="tx1"/>
        </a:solidFill>
        <a:latin typeface="Arial" charset="0"/>
        <a:ea typeface="ＭＳ Ｐゴシック" charset="-128"/>
        <a:cs typeface="+mn-cs"/>
      </a:defRPr>
    </a:lvl4pPr>
    <a:lvl5pPr marL="1828800" algn="l" rtl="0" eaLnBrk="0" fontAlgn="base" hangingPunct="0">
      <a:spcBef>
        <a:spcPct val="30000"/>
      </a:spcBef>
      <a:spcAft>
        <a:spcPct val="0"/>
      </a:spcAft>
      <a:defRPr sz="1200" kern="1200">
        <a:solidFill>
          <a:schemeClr val="tx1"/>
        </a:solidFill>
        <a:latin typeface="Arial" charset="0"/>
        <a:ea typeface="ＭＳ Ｐゴシック" charset="-128"/>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png"/><Relationship Id="rId4" Type="http://schemas.openxmlformats.org/officeDocument/2006/relationships/image" Target="../media/image3.png"/></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png"/><Relationship Id="rId3" Type="http://schemas.openxmlformats.org/officeDocument/2006/relationships/image" Target="../media/image3.png"/><Relationship Id="rId4" Type="http://schemas.openxmlformats.org/officeDocument/2006/relationships/image" Target="../media/image4.png"/></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png"/><Relationship Id="rId3" Type="http://schemas.openxmlformats.org/officeDocument/2006/relationships/image" Target="../media/image3.png"/></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png"/><Relationship Id="rId3" Type="http://schemas.openxmlformats.org/officeDocument/2006/relationships/image" Target="../media/image3.png"/></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png"/><Relationship Id="rId3" Type="http://schemas.openxmlformats.org/officeDocument/2006/relationships/image" Target="../media/image3.png"/><Relationship Id="rId4" Type="http://schemas.openxmlformats.org/officeDocument/2006/relationships/image" Target="../media/image4.png"/></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png"/><Relationship Id="rId3" Type="http://schemas.openxmlformats.org/officeDocument/2006/relationships/image" Target="../media/image3.png"/></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 Id="rId3" Type="http://schemas.openxmlformats.org/officeDocument/2006/relationships/image" Target="../media/image1.png"/><Relationship Id="rId4" Type="http://schemas.openxmlformats.org/officeDocument/2006/relationships/image" Target="../media/image5.png"/></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png"/><Relationship Id="rId3" Type="http://schemas.openxmlformats.org/officeDocument/2006/relationships/image" Target="../media/image5.png"/></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png"/><Relationship Id="rId3" Type="http://schemas.openxmlformats.org/officeDocument/2006/relationships/image" Target="../media/image4.png"/><Relationship Id="rId4" Type="http://schemas.openxmlformats.org/officeDocument/2006/relationships/image" Target="../media/image5.png"/></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png"/><Relationship Id="rId3" Type="http://schemas.openxmlformats.org/officeDocument/2006/relationships/image" Target="../media/image4.png"/><Relationship Id="rId4" Type="http://schemas.openxmlformats.org/officeDocument/2006/relationships/image" Target="../media/image5.png"/></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png"/><Relationship Id="rId3" Type="http://schemas.openxmlformats.org/officeDocument/2006/relationships/image" Target="../media/image4.png"/><Relationship Id="rId4" Type="http://schemas.openxmlformats.org/officeDocument/2006/relationships/image" Target="../media/image5.png"/></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png"/><Relationship Id="rId3" Type="http://schemas.openxmlformats.org/officeDocument/2006/relationships/image" Target="../media/image5.png"/></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png"/><Relationship Id="rId3" Type="http://schemas.openxmlformats.org/officeDocument/2006/relationships/image" Target="../media/image4.png"/><Relationship Id="rId4" Type="http://schemas.openxmlformats.org/officeDocument/2006/relationships/image" Target="../media/image5.png"/></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png"/><Relationship Id="rId3" Type="http://schemas.openxmlformats.org/officeDocument/2006/relationships/image" Target="../media/image3.png"/><Relationship Id="rId4" Type="http://schemas.openxmlformats.org/officeDocument/2006/relationships/image" Target="../media/image4.png"/></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 Id="rId3" Type="http://schemas.openxmlformats.org/officeDocument/2006/relationships/image" Target="../media/image1.png"/><Relationship Id="rId4" Type="http://schemas.openxmlformats.org/officeDocument/2006/relationships/image" Target="../media/image5.png"/></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png"/><Relationship Id="rId3" Type="http://schemas.openxmlformats.org/officeDocument/2006/relationships/image" Target="../media/image5.png"/></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png"/><Relationship Id="rId3" Type="http://schemas.openxmlformats.org/officeDocument/2006/relationships/image" Target="../media/image4.png"/><Relationship Id="rId4" Type="http://schemas.openxmlformats.org/officeDocument/2006/relationships/image" Target="../media/image5.png"/></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png"/><Relationship Id="rId3" Type="http://schemas.openxmlformats.org/officeDocument/2006/relationships/image" Target="../media/image4.png"/><Relationship Id="rId4" Type="http://schemas.openxmlformats.org/officeDocument/2006/relationships/image" Target="../media/image5.png"/></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png"/><Relationship Id="rId3" Type="http://schemas.openxmlformats.org/officeDocument/2006/relationships/image" Target="../media/image4.png"/><Relationship Id="rId4" Type="http://schemas.openxmlformats.org/officeDocument/2006/relationships/image" Target="../media/image5.png"/></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png"/><Relationship Id="rId3" Type="http://schemas.openxmlformats.org/officeDocument/2006/relationships/image" Target="../media/image5.png"/></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png"/><Relationship Id="rId3" Type="http://schemas.openxmlformats.org/officeDocument/2006/relationships/image" Target="../media/image4.png"/><Relationship Id="rId4" Type="http://schemas.openxmlformats.org/officeDocument/2006/relationships/image" Target="../media/image5.png"/></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png"/><Relationship Id="rId3" Type="http://schemas.openxmlformats.org/officeDocument/2006/relationships/image" Target="../media/image3.png"/><Relationship Id="rId4" Type="http://schemas.openxmlformats.org/officeDocument/2006/relationships/image" Target="../media/image4.png"/></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png"/><Relationship Id="rId3" Type="http://schemas.openxmlformats.org/officeDocument/2006/relationships/image" Target="../media/image3.png"/></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1.xml"/><Relationship Id="rId3" Type="http://schemas.openxmlformats.org/officeDocument/2006/relationships/image" Target="../media/image1.png"/><Relationship Id="rId4" Type="http://schemas.openxmlformats.org/officeDocument/2006/relationships/image" Target="../media/image5.png"/></Relationships>
</file>

<file path=ppt/slideLayouts/_rels/slideLayout25.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png"/><Relationship Id="rId3" Type="http://schemas.openxmlformats.org/officeDocument/2006/relationships/image" Target="../media/image5.png"/></Relationships>
</file>

<file path=ppt/slideLayouts/_rels/slideLayout26.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png"/><Relationship Id="rId3" Type="http://schemas.openxmlformats.org/officeDocument/2006/relationships/image" Target="../media/image4.png"/><Relationship Id="rId4" Type="http://schemas.openxmlformats.org/officeDocument/2006/relationships/image" Target="../media/image5.png"/></Relationships>
</file>

<file path=ppt/slideLayouts/_rels/slideLayout27.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png"/><Relationship Id="rId3" Type="http://schemas.openxmlformats.org/officeDocument/2006/relationships/image" Target="../media/image4.png"/><Relationship Id="rId4" Type="http://schemas.openxmlformats.org/officeDocument/2006/relationships/image" Target="../media/image5.png"/></Relationships>
</file>

<file path=ppt/slideLayouts/_rels/slideLayout28.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png"/><Relationship Id="rId3" Type="http://schemas.openxmlformats.org/officeDocument/2006/relationships/image" Target="../media/image4.png"/><Relationship Id="rId4" Type="http://schemas.openxmlformats.org/officeDocument/2006/relationships/image" Target="../media/image5.png"/></Relationships>
</file>

<file path=ppt/slideLayouts/_rels/slideLayout29.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png"/><Relationship Id="rId3" Type="http://schemas.openxmlformats.org/officeDocument/2006/relationships/image" Target="../media/image4.png"/><Relationship Id="rId4" Type="http://schemas.openxmlformats.org/officeDocument/2006/relationships/image" Target="../media/image5.png"/></Relationships>
</file>

<file path=ppt/slideLayouts/_rels/slideLayout30.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png"/><Relationship Id="rId3" Type="http://schemas.openxmlformats.org/officeDocument/2006/relationships/image" Target="../media/image5.png"/></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preserve="1" userDrawn="1">
  <p:cSld name="2_业务介绍">
    <p:spTree>
      <p:nvGrpSpPr>
        <p:cNvPr id="1" name=""/>
        <p:cNvGrpSpPr/>
        <p:nvPr/>
      </p:nvGrpSpPr>
      <p:grpSpPr>
        <a:xfrm>
          <a:off x="0" y="0"/>
          <a:ext cx="0" cy="0"/>
          <a:chOff x="0" y="0"/>
          <a:chExt cx="0" cy="0"/>
        </a:xfrm>
      </p:grpSpPr>
      <p:pic>
        <p:nvPicPr>
          <p:cNvPr id="3" name="Picture 2" descr="Bar_1.png"/>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0" y="4355783"/>
            <a:ext cx="9144000" cy="792480"/>
          </a:xfrm>
          <a:prstGeom prst="rect">
            <a:avLst/>
          </a:prstGeom>
        </p:spPr>
      </p:pic>
      <p:sp>
        <p:nvSpPr>
          <p:cNvPr id="9002" name="品牌实心色块"/>
          <p:cNvSpPr/>
          <p:nvPr/>
        </p:nvSpPr>
        <p:spPr>
          <a:xfrm>
            <a:off x="6912769" y="0"/>
            <a:ext cx="2231231" cy="4367213"/>
          </a:xfrm>
          <a:prstGeom prst="rect">
            <a:avLst/>
          </a:prstGeom>
          <a:solidFill>
            <a:srgbClr val="005096"/>
          </a:solidFill>
          <a:ln>
            <a:noFill/>
          </a:ln>
        </p:spPr>
        <p:txBody>
          <a:bodyPr/>
          <a:lstStyle/>
          <a:p/>
        </p:txBody>
      </p:sp>
      <p:sp>
        <p:nvSpPr>
          <p:cNvPr id="14" name="Rectangle 22"/>
          <p:cNvSpPr>
            <a:spLocks noGrp="1" noChangeAspect="1" noChangeArrowheads="1"/>
          </p:cNvSpPr>
          <p:nvPr>
            <p:ph idx="1" hasCustomPrompt="1"/>
          </p:nvPr>
        </p:nvSpPr>
        <p:spPr bwMode="auto">
          <a:xfrm>
            <a:off x="362992" y="1269425"/>
            <a:ext cx="4632341" cy="1753197"/>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 uri="{FAA26D3D-D897-4be2-8F04-BA451C77F1D7}">
              <ma14:placeholderFlag xmlns:ma14="http://schemas.microsoft.com/office/mac/drawingml/2011/main" xmlns="" val="1"/>
            </a:ext>
          </a:extLst>
        </p:spPr>
        <p:txBody>
          <a:bodyPr vert="horz" wrap="square" lIns="0" tIns="0" rIns="0" bIns="0" numCol="1" anchor="t" anchorCtr="0" compatLnSpc="1">
            <a:prstTxWarp prst="textNoShape">
              <a:avLst/>
            </a:prstTxWarp>
          </a:bodyPr>
          <a:lstStyle>
            <a:lvl1pPr marL="0" indent="0" algn="l">
              <a:lnSpc>
                <a:spcPts val="3300"/>
              </a:lnSpc>
              <a:buFontTx/>
              <a:buNone/>
              <a:defRPr sz="2800" b="1" i="0">
                <a:solidFill>
                  <a:schemeClr val="tx1"/>
                </a:solidFill>
                <a:latin typeface="华文黑体_易方达" panose="02010600040101010101" pitchFamily="2" charset="-122"/>
                <a:ea typeface="华文黑体_易方达" panose="02010600040101010101" pitchFamily="2" charset="-122"/>
                <a:cs typeface="华文黑体"/>
              </a:defRPr>
            </a:lvl1pPr>
            <a:lvl2pPr algn="l">
              <a:lnSpc>
                <a:spcPts val="3000"/>
              </a:lnSpc>
              <a:buFontTx/>
              <a:buNone/>
              <a:defRPr sz="1300" b="0" i="0">
                <a:solidFill>
                  <a:schemeClr val="tx1"/>
                </a:solidFill>
              </a:defRPr>
            </a:lvl2pPr>
            <a:lvl3pPr>
              <a:buFontTx/>
              <a:buNone/>
              <a:defRPr/>
            </a:lvl3pPr>
            <a:lvl4pPr>
              <a:buFontTx/>
              <a:buNone/>
              <a:defRPr/>
            </a:lvl4pPr>
            <a:lvl5pPr>
              <a:buFontTx/>
              <a:buNone/>
              <a:defRPr/>
            </a:lvl5pPr>
          </a:lstStyle>
          <a:p>
            <a:pPr lvl="0"/>
            <a:r>
              <a:rPr lang="zh-CN" altLang="en-US" dirty="0" smtClean="0"/>
              <a:t>单击此处编辑母版标题样式</a:t>
            </a:r>
            <a:endParaRPr lang="en-US" dirty="0" smtClean="0"/>
          </a:p>
        </p:txBody>
      </p:sp>
      <p:pic>
        <p:nvPicPr>
          <p:cNvPr id="4" name="Picture 3" descr="Master Logo.png"/>
          <p:cNvPicPr>
            <a:picLocks noChangeAspect="1"/>
          </p:cNvPicPr>
          <p:nvPr userDrawn="1"/>
        </p:nvPicPr>
        <p:blipFill>
          <a:blip r:embed="rId4">
            <a:extLst>
              <a:ext uri="{28A0092B-C50C-407E-A947-70E740481C1C}">
                <a14:useLocalDpi xmlns:a14="http://schemas.microsoft.com/office/drawing/2010/main" val="0"/>
              </a:ext>
            </a:extLst>
          </a:blip>
          <a:stretch>
            <a:fillRect/>
          </a:stretch>
        </p:blipFill>
        <p:spPr>
          <a:xfrm>
            <a:off x="7390723" y="4598436"/>
            <a:ext cx="1389888" cy="301752"/>
          </a:xfrm>
          <a:prstGeom prst="rect">
            <a:avLst/>
          </a:prstGeom>
        </p:spPr>
      </p:pic>
      <p:sp>
        <p:nvSpPr>
          <p:cNvPr id="9" name="内容占位符 8"/>
          <p:cNvSpPr>
            <a:spLocks noGrp="1"/>
          </p:cNvSpPr>
          <p:nvPr>
            <p:ph sz="quarter" idx="10"/>
          </p:nvPr>
        </p:nvSpPr>
        <p:spPr>
          <a:xfrm>
            <a:off x="362992" y="3194835"/>
            <a:ext cx="1891110" cy="345807"/>
          </a:xfrm>
        </p:spPr>
        <p:txBody>
          <a:bodyPr/>
          <a:lstStyle>
            <a:lvl1pPr>
              <a:defRPr sz="1400">
                <a:latin typeface="Arial" panose="020B0604020202020204" pitchFamily="34" charset="0"/>
                <a:ea typeface="华文黑体_易方达" panose="02010600040101010101" pitchFamily="2" charset="-122"/>
                <a:cs typeface="Arial" panose="020B0604020202020204" pitchFamily="34" charset="0"/>
              </a:defRPr>
            </a:lvl1pPr>
          </a:lstStyle>
          <a:p>
            <a:pPr lvl="0"/>
            <a:r>
              <a:rPr lang="zh-CN" altLang="en-US" smtClean="0"/>
              <a:t>编辑母版文本样式</a:t>
            </a:r>
          </a:p>
        </p:txBody>
      </p:sp>
      <p:sp>
        <p:nvSpPr>
          <p:cNvPr id="8" name="矩形 7"/>
          <p:cNvSpPr/>
          <p:nvPr userDrawn="1"/>
        </p:nvSpPr>
        <p:spPr>
          <a:xfrm>
            <a:off x="267299" y="4442230"/>
            <a:ext cx="6261092" cy="584775"/>
          </a:xfrm>
          <a:prstGeom prst="rect">
            <a:avLst/>
          </a:prstGeom>
        </p:spPr>
        <p:txBody>
          <a:bodyPr wrap="square">
            <a:spAutoFit/>
          </a:bodyPr>
          <a:lstStyle/>
          <a:p>
            <a:r>
              <a:rPr lang="zh-CN" altLang="zh-CN" sz="800" kern="1200" dirty="0" smtClean="0">
                <a:solidFill>
                  <a:schemeClr val="bg1"/>
                </a:solidFill>
                <a:effectLst/>
                <a:latin typeface="华文黑体_易方达" panose="02010600040101010101" pitchFamily="2" charset="-122"/>
                <a:ea typeface="华文黑体_易方达" panose="02010600040101010101" pitchFamily="2" charset="-122"/>
                <a:cs typeface="华文黑体" panose="02010600040101010101" pitchFamily="2" charset="-122"/>
              </a:rPr>
              <a:t>本报告仅供本公司（指易方达基金管理有限公司，下同）内部使用或供机构投资者、销售渠道及其他合作方的具备投资专业知识的工作人员等参考，本报告中的信息或所表述的意见并不构成任何要约或要约邀请，也不构成对任何人的投资建议或收益担保。未经本公司授权，本报告的任何部分均不得以任何方式制作任何形式的拷贝、复印件或复制品；或再次分发、披露给任何第三方；或以任何侵犯本公司版权的其他方式使用。任何本公司以外的机构或个人发送、披露本报告的，则由其自行承担由此产生的全部责任。</a:t>
            </a:r>
            <a:endParaRPr lang="zh-CN" altLang="zh-CN" sz="800" kern="1200" dirty="0">
              <a:solidFill>
                <a:schemeClr val="bg1"/>
              </a:solidFill>
              <a:effectLst/>
              <a:latin typeface="华文黑体_易方达" panose="02010600040101010101" pitchFamily="2" charset="-122"/>
              <a:ea typeface="华文黑体_易方达" panose="02010600040101010101" pitchFamily="2" charset="-122"/>
              <a:cs typeface="华文黑体" panose="02010600040101010101" pitchFamily="2" charset="-122"/>
            </a:endParaRPr>
          </a:p>
        </p:txBody>
      </p:sp>
      <p:sp>
        <p:nvSpPr>
          <p:cNvPr id="5" name="文本框 4"/>
          <p:cNvSpPr txBox="1"/>
          <p:nvPr userDrawn="1"/>
        </p:nvSpPr>
        <p:spPr>
          <a:xfrm>
            <a:off x="267299" y="3897061"/>
            <a:ext cx="2721434" cy="276999"/>
          </a:xfrm>
          <a:prstGeom prst="rect">
            <a:avLst/>
          </a:prstGeom>
          <a:noFill/>
        </p:spPr>
        <p:txBody>
          <a:bodyPr wrap="square" rtlCol="0">
            <a:spAutoFit/>
          </a:bodyPr>
          <a:lstStyle/>
          <a:p>
            <a:r>
              <a:rPr lang="zh-CN" altLang="en-US" sz="1200" dirty="0" smtClean="0">
                <a:solidFill>
                  <a:schemeClr val="accent1"/>
                </a:solidFill>
                <a:latin typeface="+mn-ea"/>
                <a:ea typeface="+mn-ea"/>
              </a:rPr>
              <a:t>仅供内部交流讨论，禁止外传</a:t>
            </a:r>
            <a:endParaRPr lang="en-US" sz="1200" dirty="0">
              <a:solidFill>
                <a:schemeClr val="accent1"/>
              </a:solidFill>
              <a:latin typeface="+mn-ea"/>
              <a:ea typeface="+mn-ea"/>
            </a:endParaRPr>
          </a:p>
        </p:txBody>
      </p:sp>
    </p:spTree>
    <p:extLst>
      <p:ext uri="{BB962C8B-B14F-4D97-AF65-F5344CB8AC3E}">
        <p14:creationId xmlns:p14="http://schemas.microsoft.com/office/powerpoint/2010/main" val="432775691"/>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1_易方达公司概况">
    <p:spTree>
      <p:nvGrpSpPr>
        <p:cNvPr id="1" name=""/>
        <p:cNvGrpSpPr/>
        <p:nvPr/>
      </p:nvGrpSpPr>
      <p:grpSpPr>
        <a:xfrm>
          <a:off x="0" y="0"/>
          <a:ext cx="0" cy="0"/>
          <a:chOff x="0" y="0"/>
          <a:chExt cx="0" cy="0"/>
        </a:xfrm>
      </p:grpSpPr>
      <p:pic>
        <p:nvPicPr>
          <p:cNvPr id="7" name="Picture 6" descr="Bar_1.png"/>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0" y="0"/>
            <a:ext cx="9144000" cy="792480"/>
          </a:xfrm>
          <a:prstGeom prst="rect">
            <a:avLst/>
          </a:prstGeom>
        </p:spPr>
      </p:pic>
      <p:sp>
        <p:nvSpPr>
          <p:cNvPr id="5" name="Rectangle 21"/>
          <p:cNvSpPr>
            <a:spLocks noGrp="1" noChangeArrowheads="1"/>
          </p:cNvSpPr>
          <p:nvPr>
            <p:ph type="title" hasCustomPrompt="1"/>
          </p:nvPr>
        </p:nvSpPr>
        <p:spPr bwMode="auto">
          <a:xfrm>
            <a:off x="380093" y="1439173"/>
            <a:ext cx="2735640" cy="268047"/>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 uri="{FAA26D3D-D897-4be2-8F04-BA451C77F1D7}">
              <ma14:placeholderFlag xmlns:ma14="http://schemas.microsoft.com/office/mac/drawingml/2011/main" xmlns="" val="1"/>
            </a:ext>
          </a:extLst>
        </p:spPr>
        <p:txBody>
          <a:bodyPr vert="horz" wrap="square" lIns="0" tIns="0" rIns="0" bIns="45720" numCol="1" anchor="t" anchorCtr="0" compatLnSpc="1">
            <a:prstTxWarp prst="textNoShape">
              <a:avLst/>
            </a:prstTxWarp>
          </a:bodyPr>
          <a:lstStyle>
            <a:lvl1pPr marL="0" marR="0" indent="0" algn="l" defTabSz="914400" rtl="0" eaLnBrk="1" fontAlgn="base" latinLnBrk="0" hangingPunct="1">
              <a:lnSpc>
                <a:spcPct val="100000"/>
              </a:lnSpc>
              <a:spcBef>
                <a:spcPct val="0"/>
              </a:spcBef>
              <a:spcAft>
                <a:spcPct val="0"/>
              </a:spcAft>
              <a:buClrTx/>
              <a:buSzTx/>
              <a:buFontTx/>
              <a:buNone/>
              <a:tabLst/>
              <a:defRPr sz="1400">
                <a:solidFill>
                  <a:srgbClr val="005096"/>
                </a:solidFill>
                <a:latin typeface="华文黑体_易方达" panose="02010600040101010101" pitchFamily="2" charset="-122"/>
                <a:ea typeface="华文黑体_易方达" panose="02010600040101010101" pitchFamily="2" charset="-122"/>
              </a:defRPr>
            </a:lvl1pPr>
          </a:lstStyle>
          <a:p>
            <a:pPr lvl="0"/>
            <a:r>
              <a:rPr lang="zh-CN" altLang="en-US" dirty="0" smtClean="0"/>
              <a:t>单击此处编辑母版标题样式</a:t>
            </a:r>
            <a:endParaRPr lang="en-US" dirty="0" smtClean="0"/>
          </a:p>
        </p:txBody>
      </p:sp>
      <p:sp>
        <p:nvSpPr>
          <p:cNvPr id="17" name="Rectangle 22"/>
          <p:cNvSpPr>
            <a:spLocks noGrp="1" noChangeAspect="1" noChangeArrowheads="1"/>
          </p:cNvSpPr>
          <p:nvPr>
            <p:ph idx="1" hasCustomPrompt="1"/>
          </p:nvPr>
        </p:nvSpPr>
        <p:spPr bwMode="auto">
          <a:xfrm>
            <a:off x="336351" y="2244696"/>
            <a:ext cx="5801981" cy="1181168"/>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 uri="{FAA26D3D-D897-4be2-8F04-BA451C77F1D7}">
              <ma14:placeholderFlag xmlns:ma14="http://schemas.microsoft.com/office/mac/drawingml/2011/main" xmlns="" val="1"/>
            </a:ext>
          </a:extLst>
        </p:spPr>
        <p:txBody>
          <a:bodyPr vert="horz" wrap="square" lIns="0" tIns="0" rIns="0" bIns="0" numCol="1" anchor="t" anchorCtr="0" compatLnSpc="1">
            <a:prstTxWarp prst="textNoShape">
              <a:avLst/>
            </a:prstTxWarp>
          </a:bodyPr>
          <a:lstStyle>
            <a:lvl1pPr marL="0" indent="0" algn="l">
              <a:lnSpc>
                <a:spcPts val="3300"/>
              </a:lnSpc>
              <a:buFontTx/>
              <a:buNone/>
              <a:defRPr sz="2800" b="1" i="0" baseline="0">
                <a:solidFill>
                  <a:srgbClr val="005096"/>
                </a:solidFill>
                <a:latin typeface="华文黑体_易方达" panose="02010600040101010101" pitchFamily="2" charset="-122"/>
                <a:ea typeface="华文黑体_易方达" panose="02010600040101010101" pitchFamily="2" charset="-122"/>
                <a:cs typeface="华文黑体"/>
              </a:defRPr>
            </a:lvl1pPr>
            <a:lvl2pPr algn="l">
              <a:lnSpc>
                <a:spcPts val="2400"/>
              </a:lnSpc>
              <a:buFontTx/>
              <a:buNone/>
              <a:defRPr sz="1500" baseline="0">
                <a:solidFill>
                  <a:schemeClr val="bg1"/>
                </a:solidFill>
                <a:latin typeface="Arial"/>
              </a:defRPr>
            </a:lvl2pPr>
            <a:lvl3pPr>
              <a:buFontTx/>
              <a:buNone/>
              <a:defRPr/>
            </a:lvl3pPr>
            <a:lvl4pPr>
              <a:buFontTx/>
              <a:buNone/>
              <a:defRPr/>
            </a:lvl4pPr>
            <a:lvl5pPr>
              <a:buFontTx/>
              <a:buNone/>
              <a:defRPr/>
            </a:lvl5pPr>
          </a:lstStyle>
          <a:p>
            <a:pPr lvl="0"/>
            <a:r>
              <a:rPr lang="zh-CN" altLang="en-US" dirty="0" smtClean="0"/>
              <a:t>单击此处编辑母版标题样式</a:t>
            </a:r>
            <a:endParaRPr lang="en-US" dirty="0" smtClean="0"/>
          </a:p>
        </p:txBody>
      </p:sp>
      <p:pic>
        <p:nvPicPr>
          <p:cNvPr id="15" name="Picture 14" descr="Master Logo.png"/>
          <p:cNvPicPr>
            <a:picLocks noChangeAspect="1"/>
          </p:cNvPicPr>
          <p:nvPr userDrawn="1"/>
        </p:nvPicPr>
        <p:blipFill>
          <a:blip r:embed="rId3">
            <a:extLst>
              <a:ext uri="{28A0092B-C50C-407E-A947-70E740481C1C}">
                <a14:useLocalDpi xmlns:a14="http://schemas.microsoft.com/office/drawing/2010/main" val="0"/>
              </a:ext>
            </a:extLst>
          </a:blip>
          <a:stretch>
            <a:fillRect/>
          </a:stretch>
        </p:blipFill>
        <p:spPr>
          <a:xfrm>
            <a:off x="7390723" y="249133"/>
            <a:ext cx="1389888" cy="301752"/>
          </a:xfrm>
          <a:prstGeom prst="rect">
            <a:avLst/>
          </a:prstGeom>
        </p:spPr>
      </p:pic>
      <p:sp>
        <p:nvSpPr>
          <p:cNvPr id="6" name="Slide Number Placeholder 5"/>
          <p:cNvSpPr txBox="1">
            <a:spLocks/>
          </p:cNvSpPr>
          <p:nvPr userDrawn="1"/>
        </p:nvSpPr>
        <p:spPr bwMode="auto">
          <a:xfrm>
            <a:off x="8359020" y="4791886"/>
            <a:ext cx="448205" cy="141816"/>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lIns="0" tIns="0" rIns="0" bIns="0"/>
          <a:lstStyle>
            <a:lvl1pPr eaLnBrk="0" hangingPunct="0">
              <a:defRPr sz="2400">
                <a:solidFill>
                  <a:schemeClr val="tx1"/>
                </a:solidFill>
                <a:latin typeface="Arial" charset="0"/>
                <a:ea typeface="ＭＳ Ｐゴシック" charset="0"/>
                <a:cs typeface="ＭＳ Ｐゴシック" charset="0"/>
              </a:defRPr>
            </a:lvl1pPr>
            <a:lvl2pPr marL="742950" indent="-285750" eaLnBrk="0" hangingPunct="0">
              <a:defRPr sz="2400">
                <a:solidFill>
                  <a:schemeClr val="tx1"/>
                </a:solidFill>
                <a:latin typeface="Arial" charset="0"/>
                <a:ea typeface="ＭＳ Ｐゴシック" charset="0"/>
              </a:defRPr>
            </a:lvl2pPr>
            <a:lvl3pPr marL="1143000" indent="-228600" eaLnBrk="0" hangingPunct="0">
              <a:defRPr sz="2400">
                <a:solidFill>
                  <a:schemeClr val="tx1"/>
                </a:solidFill>
                <a:latin typeface="Arial" charset="0"/>
                <a:ea typeface="ＭＳ Ｐゴシック" charset="0"/>
              </a:defRPr>
            </a:lvl3pPr>
            <a:lvl4pPr marL="1600200" indent="-228600" eaLnBrk="0" hangingPunct="0">
              <a:defRPr sz="2400">
                <a:solidFill>
                  <a:schemeClr val="tx1"/>
                </a:solidFill>
                <a:latin typeface="Arial" charset="0"/>
                <a:ea typeface="ＭＳ Ｐゴシック" charset="0"/>
              </a:defRPr>
            </a:lvl4pPr>
            <a:lvl5pPr marL="2057400" indent="-228600" eaLnBrk="0" hangingPunct="0">
              <a:defRPr sz="2400">
                <a:solidFill>
                  <a:schemeClr val="tx1"/>
                </a:solidFill>
                <a:latin typeface="Arial" charset="0"/>
                <a:ea typeface="ＭＳ Ｐゴシック" charset="0"/>
              </a:defRPr>
            </a:lvl5pPr>
            <a:lvl6pPr marL="2514600" indent="-228600" eaLnBrk="0" fontAlgn="base" hangingPunct="0">
              <a:spcBef>
                <a:spcPct val="0"/>
              </a:spcBef>
              <a:spcAft>
                <a:spcPct val="0"/>
              </a:spcAft>
              <a:defRPr sz="2400">
                <a:solidFill>
                  <a:schemeClr val="tx1"/>
                </a:solidFill>
                <a:latin typeface="Arial" charset="0"/>
                <a:ea typeface="ＭＳ Ｐゴシック" charset="0"/>
              </a:defRPr>
            </a:lvl6pPr>
            <a:lvl7pPr marL="2971800" indent="-228600" eaLnBrk="0" fontAlgn="base" hangingPunct="0">
              <a:spcBef>
                <a:spcPct val="0"/>
              </a:spcBef>
              <a:spcAft>
                <a:spcPct val="0"/>
              </a:spcAft>
              <a:defRPr sz="2400">
                <a:solidFill>
                  <a:schemeClr val="tx1"/>
                </a:solidFill>
                <a:latin typeface="Arial" charset="0"/>
                <a:ea typeface="ＭＳ Ｐゴシック" charset="0"/>
              </a:defRPr>
            </a:lvl7pPr>
            <a:lvl8pPr marL="3429000" indent="-228600" eaLnBrk="0" fontAlgn="base" hangingPunct="0">
              <a:spcBef>
                <a:spcPct val="0"/>
              </a:spcBef>
              <a:spcAft>
                <a:spcPct val="0"/>
              </a:spcAft>
              <a:defRPr sz="2400">
                <a:solidFill>
                  <a:schemeClr val="tx1"/>
                </a:solidFill>
                <a:latin typeface="Arial" charset="0"/>
                <a:ea typeface="ＭＳ Ｐゴシック" charset="0"/>
              </a:defRPr>
            </a:lvl8pPr>
            <a:lvl9pPr marL="3886200" indent="-228600" eaLnBrk="0" fontAlgn="base" hangingPunct="0">
              <a:spcBef>
                <a:spcPct val="0"/>
              </a:spcBef>
              <a:spcAft>
                <a:spcPct val="0"/>
              </a:spcAft>
              <a:defRPr sz="2400">
                <a:solidFill>
                  <a:schemeClr val="tx1"/>
                </a:solidFill>
                <a:latin typeface="Arial" charset="0"/>
                <a:ea typeface="ＭＳ Ｐゴシック" charset="0"/>
              </a:defRPr>
            </a:lvl9pPr>
          </a:lstStyle>
          <a:p>
            <a:pPr algn="r"/>
            <a:fld id="{BDAEED39-8CE5-E849-8BB2-D2203B6D9153}" type="slidenum">
              <a:rPr lang="en-US" altLang="zh-CN" sz="800" b="0" i="0" baseline="0" smtClean="0">
                <a:solidFill>
                  <a:srgbClr val="505050"/>
                </a:solidFill>
                <a:latin typeface="Arial"/>
                <a:ea typeface="黑体" pitchFamily="49" charset="-122"/>
                <a:cs typeface="Arial"/>
              </a:rPr>
              <a:pPr algn="r"/>
              <a:t>‹#›</a:t>
            </a:fld>
            <a:endParaRPr lang="en-US" altLang="zh-CN" sz="800" b="0" i="0" baseline="0" dirty="0">
              <a:solidFill>
                <a:srgbClr val="505050"/>
              </a:solidFill>
              <a:latin typeface="Arial"/>
              <a:ea typeface="黑体" pitchFamily="49" charset="-122"/>
              <a:cs typeface="Arial"/>
            </a:endParaRPr>
          </a:p>
          <a:p>
            <a:pPr algn="r"/>
            <a:endParaRPr lang="en-US" altLang="zh-CN" sz="800" b="0" i="0" baseline="0" dirty="0">
              <a:solidFill>
                <a:srgbClr val="505050"/>
              </a:solidFill>
              <a:latin typeface="Arial"/>
              <a:ea typeface="黑体" pitchFamily="49" charset="-122"/>
              <a:cs typeface="Arial"/>
            </a:endParaRPr>
          </a:p>
        </p:txBody>
      </p:sp>
      <p:sp>
        <p:nvSpPr>
          <p:cNvPr id="8" name="Slide Number Placeholder 5"/>
          <p:cNvSpPr txBox="1">
            <a:spLocks/>
          </p:cNvSpPr>
          <p:nvPr userDrawn="1"/>
        </p:nvSpPr>
        <p:spPr bwMode="auto">
          <a:xfrm>
            <a:off x="8359020" y="4791886"/>
            <a:ext cx="448205" cy="141816"/>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lIns="0" tIns="0" rIns="0" bIns="0"/>
          <a:lstStyle>
            <a:lvl1pPr eaLnBrk="0" hangingPunct="0">
              <a:defRPr sz="2400">
                <a:solidFill>
                  <a:schemeClr val="tx1"/>
                </a:solidFill>
                <a:latin typeface="Arial" charset="0"/>
                <a:ea typeface="ＭＳ Ｐゴシック" charset="0"/>
                <a:cs typeface="ＭＳ Ｐゴシック" charset="0"/>
              </a:defRPr>
            </a:lvl1pPr>
            <a:lvl2pPr marL="742950" indent="-285750" eaLnBrk="0" hangingPunct="0">
              <a:defRPr sz="2400">
                <a:solidFill>
                  <a:schemeClr val="tx1"/>
                </a:solidFill>
                <a:latin typeface="Arial" charset="0"/>
                <a:ea typeface="ＭＳ Ｐゴシック" charset="0"/>
              </a:defRPr>
            </a:lvl2pPr>
            <a:lvl3pPr marL="1143000" indent="-228600" eaLnBrk="0" hangingPunct="0">
              <a:defRPr sz="2400">
                <a:solidFill>
                  <a:schemeClr val="tx1"/>
                </a:solidFill>
                <a:latin typeface="Arial" charset="0"/>
                <a:ea typeface="ＭＳ Ｐゴシック" charset="0"/>
              </a:defRPr>
            </a:lvl3pPr>
            <a:lvl4pPr marL="1600200" indent="-228600" eaLnBrk="0" hangingPunct="0">
              <a:defRPr sz="2400">
                <a:solidFill>
                  <a:schemeClr val="tx1"/>
                </a:solidFill>
                <a:latin typeface="Arial" charset="0"/>
                <a:ea typeface="ＭＳ Ｐゴシック" charset="0"/>
              </a:defRPr>
            </a:lvl4pPr>
            <a:lvl5pPr marL="2057400" indent="-228600" eaLnBrk="0" hangingPunct="0">
              <a:defRPr sz="2400">
                <a:solidFill>
                  <a:schemeClr val="tx1"/>
                </a:solidFill>
                <a:latin typeface="Arial" charset="0"/>
                <a:ea typeface="ＭＳ Ｐゴシック" charset="0"/>
              </a:defRPr>
            </a:lvl5pPr>
            <a:lvl6pPr marL="2514600" indent="-228600" eaLnBrk="0" fontAlgn="base" hangingPunct="0">
              <a:spcBef>
                <a:spcPct val="0"/>
              </a:spcBef>
              <a:spcAft>
                <a:spcPct val="0"/>
              </a:spcAft>
              <a:defRPr sz="2400">
                <a:solidFill>
                  <a:schemeClr val="tx1"/>
                </a:solidFill>
                <a:latin typeface="Arial" charset="0"/>
                <a:ea typeface="ＭＳ Ｐゴシック" charset="0"/>
              </a:defRPr>
            </a:lvl6pPr>
            <a:lvl7pPr marL="2971800" indent="-228600" eaLnBrk="0" fontAlgn="base" hangingPunct="0">
              <a:spcBef>
                <a:spcPct val="0"/>
              </a:spcBef>
              <a:spcAft>
                <a:spcPct val="0"/>
              </a:spcAft>
              <a:defRPr sz="2400">
                <a:solidFill>
                  <a:schemeClr val="tx1"/>
                </a:solidFill>
                <a:latin typeface="Arial" charset="0"/>
                <a:ea typeface="ＭＳ Ｐゴシック" charset="0"/>
              </a:defRPr>
            </a:lvl7pPr>
            <a:lvl8pPr marL="3429000" indent="-228600" eaLnBrk="0" fontAlgn="base" hangingPunct="0">
              <a:spcBef>
                <a:spcPct val="0"/>
              </a:spcBef>
              <a:spcAft>
                <a:spcPct val="0"/>
              </a:spcAft>
              <a:defRPr sz="2400">
                <a:solidFill>
                  <a:schemeClr val="tx1"/>
                </a:solidFill>
                <a:latin typeface="Arial" charset="0"/>
                <a:ea typeface="ＭＳ Ｐゴシック" charset="0"/>
              </a:defRPr>
            </a:lvl8pPr>
            <a:lvl9pPr marL="3886200" indent="-228600" eaLnBrk="0" fontAlgn="base" hangingPunct="0">
              <a:spcBef>
                <a:spcPct val="0"/>
              </a:spcBef>
              <a:spcAft>
                <a:spcPct val="0"/>
              </a:spcAft>
              <a:defRPr sz="2400">
                <a:solidFill>
                  <a:schemeClr val="tx1"/>
                </a:solidFill>
                <a:latin typeface="Arial" charset="0"/>
                <a:ea typeface="ＭＳ Ｐゴシック" charset="0"/>
              </a:defRPr>
            </a:lvl9pPr>
          </a:lstStyle>
          <a:p>
            <a:pPr algn="r"/>
            <a:fld id="{BDAEED39-8CE5-E849-8BB2-D2203B6D9153}" type="slidenum">
              <a:rPr lang="en-US" altLang="zh-CN" sz="800" b="0" i="0" baseline="0" smtClean="0">
                <a:solidFill>
                  <a:srgbClr val="505050"/>
                </a:solidFill>
                <a:latin typeface="Arial"/>
                <a:ea typeface="黑体" pitchFamily="49" charset="-122"/>
                <a:cs typeface="Arial"/>
              </a:rPr>
              <a:pPr algn="r"/>
              <a:t>‹#›</a:t>
            </a:fld>
            <a:endParaRPr lang="en-US" altLang="zh-CN" sz="800" b="0" i="0" baseline="0" dirty="0">
              <a:solidFill>
                <a:srgbClr val="505050"/>
              </a:solidFill>
              <a:latin typeface="Arial"/>
              <a:ea typeface="黑体" pitchFamily="49" charset="-122"/>
              <a:cs typeface="Arial"/>
            </a:endParaRPr>
          </a:p>
          <a:p>
            <a:pPr algn="r"/>
            <a:endParaRPr lang="en-US" altLang="zh-CN" sz="800" b="0" i="0" baseline="0" dirty="0">
              <a:solidFill>
                <a:srgbClr val="505050"/>
              </a:solidFill>
              <a:latin typeface="Arial"/>
              <a:ea typeface="黑体" pitchFamily="49" charset="-122"/>
              <a:cs typeface="Arial"/>
            </a:endParaRPr>
          </a:p>
        </p:txBody>
      </p:sp>
      <p:pic>
        <p:nvPicPr>
          <p:cNvPr id="9" name="Picture 5" descr="Line.png"/>
          <p:cNvPicPr>
            <a:picLocks noChangeAspect="1"/>
          </p:cNvPicPr>
          <p:nvPr userDrawn="1"/>
        </p:nvPicPr>
        <p:blipFill>
          <a:blip r:embed="rId4">
            <a:extLst>
              <a:ext uri="{28A0092B-C50C-407E-A947-70E740481C1C}">
                <a14:useLocalDpi xmlns:a14="http://schemas.microsoft.com/office/drawing/2010/main" val="0"/>
              </a:ext>
            </a:extLst>
          </a:blip>
          <a:stretch>
            <a:fillRect/>
          </a:stretch>
        </p:blipFill>
        <p:spPr>
          <a:xfrm>
            <a:off x="368300" y="4729417"/>
            <a:ext cx="8424672" cy="6096"/>
          </a:xfrm>
          <a:prstGeom prst="rect">
            <a:avLst/>
          </a:prstGeom>
          <a:ln>
            <a:solidFill>
              <a:schemeClr val="bg1">
                <a:lumMod val="65000"/>
              </a:schemeClr>
            </a:solidFill>
          </a:ln>
        </p:spPr>
      </p:pic>
      <p:sp>
        <p:nvSpPr>
          <p:cNvPr id="10" name="文本框 9"/>
          <p:cNvSpPr txBox="1"/>
          <p:nvPr userDrawn="1"/>
        </p:nvSpPr>
        <p:spPr>
          <a:xfrm>
            <a:off x="283240" y="4755705"/>
            <a:ext cx="2576919" cy="215444"/>
          </a:xfrm>
          <a:prstGeom prst="rect">
            <a:avLst/>
          </a:prstGeom>
          <a:noFill/>
        </p:spPr>
        <p:txBody>
          <a:bodyPr wrap="square" rtlCol="0">
            <a:spAutoFit/>
          </a:bodyPr>
          <a:lstStyle/>
          <a:p>
            <a:r>
              <a:rPr lang="zh-CN" altLang="en-US" sz="800" dirty="0" smtClean="0">
                <a:solidFill>
                  <a:srgbClr val="3C3C3C"/>
                </a:solidFill>
                <a:latin typeface="华文黑体_易方达" panose="02010600040101010101" pitchFamily="2" charset="-122"/>
                <a:ea typeface="华文黑体_易方达" panose="02010600040101010101" pitchFamily="2" charset="-122"/>
                <a:cs typeface="华文黑体" panose="02010600040101010101" pitchFamily="2" charset="-122"/>
              </a:rPr>
              <a:t>易方达基金管理有限公司</a:t>
            </a:r>
          </a:p>
        </p:txBody>
      </p:sp>
      <p:sp>
        <p:nvSpPr>
          <p:cNvPr id="11" name="文本框 10"/>
          <p:cNvSpPr txBox="1"/>
          <p:nvPr userDrawn="1"/>
        </p:nvSpPr>
        <p:spPr>
          <a:xfrm>
            <a:off x="4118640" y="4755072"/>
            <a:ext cx="2576919" cy="215444"/>
          </a:xfrm>
          <a:prstGeom prst="rect">
            <a:avLst/>
          </a:prstGeom>
          <a:noFill/>
        </p:spPr>
        <p:txBody>
          <a:bodyPr wrap="square" rtlCol="0">
            <a:spAutoFit/>
          </a:bodyPr>
          <a:lstStyle/>
          <a:p>
            <a:r>
              <a:rPr lang="zh-CN" altLang="en-US" sz="800" dirty="0" smtClean="0">
                <a:solidFill>
                  <a:srgbClr val="3C3C3C"/>
                </a:solidFill>
                <a:latin typeface="Arial" panose="020B0604020202020204" pitchFamily="34" charset="0"/>
                <a:ea typeface="华文黑体_易方达" panose="02010600040101010101" pitchFamily="2" charset="-122"/>
                <a:cs typeface="Arial" panose="020B0604020202020204" pitchFamily="34" charset="0"/>
              </a:rPr>
              <a:t>仅供内部交流讨论，禁止外传</a:t>
            </a:r>
          </a:p>
        </p:txBody>
      </p:sp>
    </p:spTree>
    <p:extLst>
      <p:ext uri="{BB962C8B-B14F-4D97-AF65-F5344CB8AC3E}">
        <p14:creationId xmlns:p14="http://schemas.microsoft.com/office/powerpoint/2010/main" val="3680061175"/>
      </p:ext>
    </p:extLst>
  </p:cSld>
  <p:clrMapOvr>
    <a:masterClrMapping/>
  </p:clrMapOvr>
  <p:timing>
    <p:tnLst>
      <p:par>
        <p:cTn id="1" dur="indefinite" restart="never" nodeType="tmRoot"/>
      </p:par>
    </p:tnLst>
  </p:timing>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标题和内容">
    <p:spTree>
      <p:nvGrpSpPr>
        <p:cNvPr id="1" name=""/>
        <p:cNvGrpSpPr/>
        <p:nvPr/>
      </p:nvGrpSpPr>
      <p:grpSpPr>
        <a:xfrm>
          <a:off x="0" y="0"/>
          <a:ext cx="0" cy="0"/>
          <a:chOff x="0" y="0"/>
          <a:chExt cx="0" cy="0"/>
        </a:xfrm>
      </p:grpSpPr>
      <p:pic>
        <p:nvPicPr>
          <p:cNvPr id="10" name="Picture 9" descr="Bar_1.png"/>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0" y="0"/>
            <a:ext cx="9144000" cy="792480"/>
          </a:xfrm>
          <a:prstGeom prst="rect">
            <a:avLst/>
          </a:prstGeom>
        </p:spPr>
      </p:pic>
      <p:pic>
        <p:nvPicPr>
          <p:cNvPr id="11" name="Picture 10" descr="Master Logo.png"/>
          <p:cNvPicPr>
            <a:picLocks noChangeAspect="1"/>
          </p:cNvPicPr>
          <p:nvPr userDrawn="1"/>
        </p:nvPicPr>
        <p:blipFill>
          <a:blip r:embed="rId3">
            <a:extLst>
              <a:ext uri="{28A0092B-C50C-407E-A947-70E740481C1C}">
                <a14:useLocalDpi xmlns:a14="http://schemas.microsoft.com/office/drawing/2010/main" val="0"/>
              </a:ext>
            </a:extLst>
          </a:blip>
          <a:stretch>
            <a:fillRect/>
          </a:stretch>
        </p:blipFill>
        <p:spPr>
          <a:xfrm>
            <a:off x="7390723" y="249133"/>
            <a:ext cx="1389888" cy="301752"/>
          </a:xfrm>
          <a:prstGeom prst="rect">
            <a:avLst/>
          </a:prstGeom>
        </p:spPr>
      </p:pic>
      <p:sp>
        <p:nvSpPr>
          <p:cNvPr id="33" name="Rectangle 22"/>
          <p:cNvSpPr>
            <a:spLocks noGrp="1" noChangeAspect="1" noChangeArrowheads="1"/>
          </p:cNvSpPr>
          <p:nvPr>
            <p:ph idx="10" hasCustomPrompt="1"/>
          </p:nvPr>
        </p:nvSpPr>
        <p:spPr bwMode="auto">
          <a:xfrm>
            <a:off x="360363" y="1296527"/>
            <a:ext cx="8030104" cy="2479218"/>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 uri="{FAA26D3D-D897-4be2-8F04-BA451C77F1D7}">
              <ma14:placeholderFlag xmlns:ma14="http://schemas.microsoft.com/office/mac/drawingml/2011/main" xmlns="" val="1"/>
            </a:ext>
          </a:extLst>
        </p:spPr>
        <p:txBody>
          <a:bodyPr vert="horz" wrap="square" lIns="0" tIns="0" rIns="0" bIns="0" numCol="1" anchor="t" anchorCtr="0" compatLnSpc="1">
            <a:prstTxWarp prst="textNoShape">
              <a:avLst/>
            </a:prstTxWarp>
          </a:bodyPr>
          <a:lstStyle>
            <a:lvl1pPr marL="0" marR="0" indent="0" algn="l" defTabSz="914400" rtl="0" eaLnBrk="1" fontAlgn="base" latinLnBrk="0" hangingPunct="1">
              <a:lnSpc>
                <a:spcPts val="1800"/>
              </a:lnSpc>
              <a:spcBef>
                <a:spcPts val="0"/>
              </a:spcBef>
              <a:spcAft>
                <a:spcPct val="0"/>
              </a:spcAft>
              <a:buClrTx/>
              <a:buSzTx/>
              <a:buFontTx/>
              <a:buNone/>
              <a:tabLst/>
              <a:defRPr sz="1500" b="0" baseline="0">
                <a:solidFill>
                  <a:srgbClr val="005096"/>
                </a:solidFill>
                <a:latin typeface="Arial" panose="020B0604020202020204" pitchFamily="34" charset="0"/>
                <a:ea typeface="华文黑体_易方达" panose="02010600040101010101" pitchFamily="2" charset="-122"/>
                <a:cs typeface="Arial" panose="020B0604020202020204" pitchFamily="34" charset="0"/>
              </a:defRPr>
            </a:lvl1pPr>
            <a:lvl2pPr algn="l">
              <a:lnSpc>
                <a:spcPts val="2400"/>
              </a:lnSpc>
              <a:buFontTx/>
              <a:buNone/>
              <a:defRPr sz="1500" baseline="0">
                <a:solidFill>
                  <a:schemeClr val="bg1"/>
                </a:solidFill>
                <a:latin typeface="Arial"/>
              </a:defRPr>
            </a:lvl2pPr>
            <a:lvl3pPr>
              <a:buFontTx/>
              <a:buNone/>
              <a:defRPr/>
            </a:lvl3pPr>
            <a:lvl4pPr>
              <a:buFontTx/>
              <a:buNone/>
              <a:defRPr/>
            </a:lvl4pPr>
            <a:lvl5pPr>
              <a:buFontTx/>
              <a:buNone/>
              <a:defRPr/>
            </a:lvl5pPr>
          </a:lstStyle>
          <a:p>
            <a:pPr lvl="0"/>
            <a:r>
              <a:rPr lang="zh-CN" altLang="en-US" dirty="0" smtClean="0"/>
              <a:t>单击此处编辑母版标题样式</a:t>
            </a:r>
            <a:r>
              <a:rPr lang="en-US" altLang="zh-CN" dirty="0" smtClean="0"/>
              <a:t/>
            </a:r>
            <a:br>
              <a:rPr lang="en-US" altLang="zh-CN" dirty="0" smtClean="0"/>
            </a:br>
            <a:endParaRPr lang="en-US" dirty="0" smtClean="0"/>
          </a:p>
        </p:txBody>
      </p:sp>
      <p:sp>
        <p:nvSpPr>
          <p:cNvPr id="2" name="文本框 1"/>
          <p:cNvSpPr txBox="1"/>
          <p:nvPr userDrawn="1"/>
        </p:nvSpPr>
        <p:spPr>
          <a:xfrm>
            <a:off x="368300" y="4253023"/>
            <a:ext cx="2576919" cy="338554"/>
          </a:xfrm>
          <a:prstGeom prst="rect">
            <a:avLst/>
          </a:prstGeom>
          <a:noFill/>
        </p:spPr>
        <p:txBody>
          <a:bodyPr wrap="square" rtlCol="0">
            <a:spAutoFit/>
          </a:bodyPr>
          <a:lstStyle/>
          <a:p>
            <a:endParaRPr lang="zh-CN" altLang="en-US" sz="1600" dirty="0" smtClean="0">
              <a:latin typeface="Arial" panose="020B0604020202020204" pitchFamily="34" charset="0"/>
              <a:ea typeface="华文黑体_易方达" panose="02010600040101010101" pitchFamily="2" charset="-122"/>
              <a:cs typeface="Arial" panose="020B0604020202020204" pitchFamily="34" charset="0"/>
            </a:endParaRPr>
          </a:p>
        </p:txBody>
      </p:sp>
    </p:spTree>
    <p:extLst>
      <p:ext uri="{BB962C8B-B14F-4D97-AF65-F5344CB8AC3E}">
        <p14:creationId xmlns:p14="http://schemas.microsoft.com/office/powerpoint/2010/main" val="852568441"/>
      </p:ext>
    </p:extLst>
  </p:cSld>
  <p:clrMapOvr>
    <a:masterClrMapping/>
  </p:clrMapOvr>
  <p:timing>
    <p:tnLst>
      <p:par>
        <p:cTn id="1" dur="indefinite" restart="never" nodeType="tmRoot"/>
      </p:par>
    </p:tnLst>
  </p:timing>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图形内容1">
    <p:spTree>
      <p:nvGrpSpPr>
        <p:cNvPr id="1" name=""/>
        <p:cNvGrpSpPr/>
        <p:nvPr/>
      </p:nvGrpSpPr>
      <p:grpSpPr>
        <a:xfrm>
          <a:off x="0" y="0"/>
          <a:ext cx="0" cy="0"/>
          <a:chOff x="0" y="0"/>
          <a:chExt cx="0" cy="0"/>
        </a:xfrm>
      </p:grpSpPr>
      <p:pic>
        <p:nvPicPr>
          <p:cNvPr id="9" name="Picture 8" descr="Bar_1.png"/>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0" y="0"/>
            <a:ext cx="9144000" cy="792480"/>
          </a:xfrm>
          <a:prstGeom prst="rect">
            <a:avLst/>
          </a:prstGeom>
        </p:spPr>
      </p:pic>
      <p:pic>
        <p:nvPicPr>
          <p:cNvPr id="10" name="Picture 9" descr="Master Logo.png"/>
          <p:cNvPicPr>
            <a:picLocks noChangeAspect="1"/>
          </p:cNvPicPr>
          <p:nvPr userDrawn="1"/>
        </p:nvPicPr>
        <p:blipFill>
          <a:blip r:embed="rId3">
            <a:extLst>
              <a:ext uri="{28A0092B-C50C-407E-A947-70E740481C1C}">
                <a14:useLocalDpi xmlns:a14="http://schemas.microsoft.com/office/drawing/2010/main" val="0"/>
              </a:ext>
            </a:extLst>
          </a:blip>
          <a:stretch>
            <a:fillRect/>
          </a:stretch>
        </p:blipFill>
        <p:spPr>
          <a:xfrm>
            <a:off x="7390723" y="249133"/>
            <a:ext cx="1389888" cy="301752"/>
          </a:xfrm>
          <a:prstGeom prst="rect">
            <a:avLst/>
          </a:prstGeom>
        </p:spPr>
      </p:pic>
      <p:sp>
        <p:nvSpPr>
          <p:cNvPr id="14" name="Rectangle 21"/>
          <p:cNvSpPr>
            <a:spLocks noGrp="1" noChangeArrowheads="1"/>
          </p:cNvSpPr>
          <p:nvPr>
            <p:ph type="title" hasCustomPrompt="1"/>
          </p:nvPr>
        </p:nvSpPr>
        <p:spPr bwMode="auto">
          <a:xfrm>
            <a:off x="363151" y="211632"/>
            <a:ext cx="3946375" cy="268047"/>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 uri="{FAA26D3D-D897-4be2-8F04-BA451C77F1D7}">
              <ma14:placeholderFlag xmlns:ma14="http://schemas.microsoft.com/office/mac/drawingml/2011/main" xmlns="" val="1"/>
            </a:ext>
          </a:extLst>
        </p:spPr>
        <p:txBody>
          <a:bodyPr vert="horz" wrap="square" lIns="0" tIns="0" rIns="0" bIns="45720" numCol="1" anchor="t" anchorCtr="0" compatLnSpc="1">
            <a:prstTxWarp prst="textNoShape">
              <a:avLst/>
            </a:prstTxWarp>
          </a:bodyPr>
          <a:lstStyle>
            <a:lvl1pPr marL="0" marR="0" indent="0" algn="l" defTabSz="914400" rtl="0" eaLnBrk="1" fontAlgn="base" latinLnBrk="0" hangingPunct="1">
              <a:lnSpc>
                <a:spcPct val="100000"/>
              </a:lnSpc>
              <a:spcBef>
                <a:spcPct val="0"/>
              </a:spcBef>
              <a:spcAft>
                <a:spcPct val="0"/>
              </a:spcAft>
              <a:buClrTx/>
              <a:buSzTx/>
              <a:buFontTx/>
              <a:buNone/>
              <a:tabLst/>
              <a:defRPr sz="2300" b="1">
                <a:solidFill>
                  <a:schemeClr val="bg1"/>
                </a:solidFill>
                <a:latin typeface="华文黑体_易方达" panose="02010600040101010101" pitchFamily="2" charset="-122"/>
                <a:ea typeface="华文黑体_易方达" panose="02010600040101010101" pitchFamily="2" charset="-122"/>
              </a:defRPr>
            </a:lvl1pPr>
          </a:lstStyle>
          <a:p>
            <a:pPr lvl="0"/>
            <a:r>
              <a:rPr lang="zh-CN" altLang="en-US" dirty="0" smtClean="0"/>
              <a:t>单击此处编辑母版标题样式</a:t>
            </a:r>
            <a:endParaRPr lang="en-US" dirty="0" smtClean="0"/>
          </a:p>
        </p:txBody>
      </p:sp>
      <p:sp>
        <p:nvSpPr>
          <p:cNvPr id="15" name="Rectangle 22"/>
          <p:cNvSpPr>
            <a:spLocks noGrp="1" noChangeAspect="1" noChangeArrowheads="1"/>
          </p:cNvSpPr>
          <p:nvPr>
            <p:ph idx="10" hasCustomPrompt="1"/>
          </p:nvPr>
        </p:nvSpPr>
        <p:spPr bwMode="auto">
          <a:xfrm>
            <a:off x="360363" y="1296527"/>
            <a:ext cx="4465637" cy="2479218"/>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 uri="{FAA26D3D-D897-4be2-8F04-BA451C77F1D7}">
              <ma14:placeholderFlag xmlns:ma14="http://schemas.microsoft.com/office/mac/drawingml/2011/main" xmlns="" val="1"/>
            </a:ext>
          </a:extLst>
        </p:spPr>
        <p:txBody>
          <a:bodyPr vert="horz" wrap="square" lIns="0" tIns="0" rIns="0" bIns="0" numCol="1" anchor="t" anchorCtr="0" compatLnSpc="1">
            <a:prstTxWarp prst="textNoShape">
              <a:avLst/>
            </a:prstTxWarp>
          </a:bodyPr>
          <a:lstStyle>
            <a:lvl1pPr marL="0" marR="0" indent="0" algn="l" defTabSz="914400" rtl="0" eaLnBrk="1" fontAlgn="base" latinLnBrk="0" hangingPunct="1">
              <a:lnSpc>
                <a:spcPts val="1800"/>
              </a:lnSpc>
              <a:spcBef>
                <a:spcPts val="0"/>
              </a:spcBef>
              <a:spcAft>
                <a:spcPct val="0"/>
              </a:spcAft>
              <a:buClrTx/>
              <a:buSzTx/>
              <a:buFontTx/>
              <a:buNone/>
              <a:tabLst/>
              <a:defRPr sz="1500" b="0" baseline="0">
                <a:solidFill>
                  <a:srgbClr val="005096"/>
                </a:solidFill>
                <a:latin typeface="华文黑体_易方达" panose="02010600040101010101" pitchFamily="2" charset="-122"/>
                <a:ea typeface="华文黑体_易方达" panose="02010600040101010101" pitchFamily="2" charset="-122"/>
              </a:defRPr>
            </a:lvl1pPr>
            <a:lvl2pPr algn="l">
              <a:lnSpc>
                <a:spcPts val="2400"/>
              </a:lnSpc>
              <a:buFontTx/>
              <a:buNone/>
              <a:defRPr sz="1500" baseline="0">
                <a:solidFill>
                  <a:schemeClr val="bg1"/>
                </a:solidFill>
                <a:latin typeface="Arial"/>
              </a:defRPr>
            </a:lvl2pPr>
            <a:lvl3pPr>
              <a:buFontTx/>
              <a:buNone/>
              <a:defRPr/>
            </a:lvl3pPr>
            <a:lvl4pPr>
              <a:buFontTx/>
              <a:buNone/>
              <a:defRPr/>
            </a:lvl4pPr>
            <a:lvl5pPr>
              <a:buFontTx/>
              <a:buNone/>
              <a:defRPr/>
            </a:lvl5pPr>
          </a:lstStyle>
          <a:p>
            <a:pPr lvl="0"/>
            <a:r>
              <a:rPr lang="zh-CN" altLang="en-US" dirty="0" smtClean="0"/>
              <a:t>单击此处编辑母版标题样式</a:t>
            </a:r>
            <a:r>
              <a:rPr lang="en-US" altLang="zh-CN" dirty="0" smtClean="0"/>
              <a:t/>
            </a:r>
            <a:br>
              <a:rPr lang="en-US" altLang="zh-CN" dirty="0" smtClean="0"/>
            </a:br>
            <a:endParaRPr lang="en-US" dirty="0" smtClean="0"/>
          </a:p>
        </p:txBody>
      </p:sp>
    </p:spTree>
    <p:extLst>
      <p:ext uri="{BB962C8B-B14F-4D97-AF65-F5344CB8AC3E}">
        <p14:creationId xmlns:p14="http://schemas.microsoft.com/office/powerpoint/2010/main" val="3568840171"/>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userDrawn="1">
  <p:cSld name="图形内容2">
    <p:spTree>
      <p:nvGrpSpPr>
        <p:cNvPr id="1" name=""/>
        <p:cNvGrpSpPr/>
        <p:nvPr/>
      </p:nvGrpSpPr>
      <p:grpSpPr>
        <a:xfrm>
          <a:off x="0" y="0"/>
          <a:ext cx="0" cy="0"/>
          <a:chOff x="0" y="0"/>
          <a:chExt cx="0" cy="0"/>
        </a:xfrm>
      </p:grpSpPr>
      <p:pic>
        <p:nvPicPr>
          <p:cNvPr id="9" name="Picture 8" descr="Bar_1.png"/>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0" y="0"/>
            <a:ext cx="9144000" cy="792480"/>
          </a:xfrm>
          <a:prstGeom prst="rect">
            <a:avLst/>
          </a:prstGeom>
        </p:spPr>
      </p:pic>
      <p:pic>
        <p:nvPicPr>
          <p:cNvPr id="10" name="Picture 9" descr="Master Logo.png"/>
          <p:cNvPicPr>
            <a:picLocks noChangeAspect="1"/>
          </p:cNvPicPr>
          <p:nvPr userDrawn="1"/>
        </p:nvPicPr>
        <p:blipFill>
          <a:blip r:embed="rId3">
            <a:extLst>
              <a:ext uri="{28A0092B-C50C-407E-A947-70E740481C1C}">
                <a14:useLocalDpi xmlns:a14="http://schemas.microsoft.com/office/drawing/2010/main" val="0"/>
              </a:ext>
            </a:extLst>
          </a:blip>
          <a:stretch>
            <a:fillRect/>
          </a:stretch>
        </p:blipFill>
        <p:spPr>
          <a:xfrm>
            <a:off x="7390723" y="249133"/>
            <a:ext cx="1389888" cy="301752"/>
          </a:xfrm>
          <a:prstGeom prst="rect">
            <a:avLst/>
          </a:prstGeom>
        </p:spPr>
      </p:pic>
      <p:sp>
        <p:nvSpPr>
          <p:cNvPr id="16" name="Rectangle 21"/>
          <p:cNvSpPr>
            <a:spLocks noGrp="1" noChangeArrowheads="1"/>
          </p:cNvSpPr>
          <p:nvPr>
            <p:ph type="title" hasCustomPrompt="1"/>
          </p:nvPr>
        </p:nvSpPr>
        <p:spPr bwMode="auto">
          <a:xfrm>
            <a:off x="363151" y="211632"/>
            <a:ext cx="3946375" cy="268047"/>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 uri="{FAA26D3D-D897-4be2-8F04-BA451C77F1D7}">
              <ma14:placeholderFlag xmlns:ma14="http://schemas.microsoft.com/office/mac/drawingml/2011/main" xmlns="" val="1"/>
            </a:ext>
          </a:extLst>
        </p:spPr>
        <p:txBody>
          <a:bodyPr vert="horz" wrap="square" lIns="0" tIns="0" rIns="0" bIns="45720" numCol="1" anchor="t" anchorCtr="0" compatLnSpc="1">
            <a:prstTxWarp prst="textNoShape">
              <a:avLst/>
            </a:prstTxWarp>
          </a:bodyPr>
          <a:lstStyle>
            <a:lvl1pPr marL="0" marR="0" indent="0" algn="l" defTabSz="914400" rtl="0" eaLnBrk="1" fontAlgn="base" latinLnBrk="0" hangingPunct="1">
              <a:lnSpc>
                <a:spcPct val="100000"/>
              </a:lnSpc>
              <a:spcBef>
                <a:spcPct val="0"/>
              </a:spcBef>
              <a:spcAft>
                <a:spcPct val="0"/>
              </a:spcAft>
              <a:buClrTx/>
              <a:buSzTx/>
              <a:buFontTx/>
              <a:buNone/>
              <a:tabLst/>
              <a:defRPr sz="2300" b="1">
                <a:solidFill>
                  <a:schemeClr val="bg1"/>
                </a:solidFill>
                <a:latin typeface="华文黑体_易方达" panose="02010600040101010101" pitchFamily="2" charset="-122"/>
                <a:ea typeface="华文黑体_易方达" panose="02010600040101010101" pitchFamily="2" charset="-122"/>
              </a:defRPr>
            </a:lvl1pPr>
          </a:lstStyle>
          <a:p>
            <a:pPr lvl="0"/>
            <a:r>
              <a:rPr lang="zh-CN" altLang="en-US" dirty="0" smtClean="0"/>
              <a:t>单击此处编辑母版标题样式</a:t>
            </a:r>
            <a:endParaRPr lang="en-US" dirty="0" smtClean="0"/>
          </a:p>
        </p:txBody>
      </p:sp>
      <p:sp>
        <p:nvSpPr>
          <p:cNvPr id="17" name="Rectangle 22"/>
          <p:cNvSpPr>
            <a:spLocks noGrp="1" noChangeAspect="1" noChangeArrowheads="1"/>
          </p:cNvSpPr>
          <p:nvPr>
            <p:ph idx="10" hasCustomPrompt="1"/>
          </p:nvPr>
        </p:nvSpPr>
        <p:spPr bwMode="auto">
          <a:xfrm>
            <a:off x="360363" y="1296527"/>
            <a:ext cx="4465637" cy="2479218"/>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 uri="{FAA26D3D-D897-4be2-8F04-BA451C77F1D7}">
              <ma14:placeholderFlag xmlns:ma14="http://schemas.microsoft.com/office/mac/drawingml/2011/main" xmlns="" val="1"/>
            </a:ext>
          </a:extLst>
        </p:spPr>
        <p:txBody>
          <a:bodyPr vert="horz" wrap="square" lIns="0" tIns="0" rIns="0" bIns="0" numCol="1" anchor="t" anchorCtr="0" compatLnSpc="1">
            <a:prstTxWarp prst="textNoShape">
              <a:avLst/>
            </a:prstTxWarp>
          </a:bodyPr>
          <a:lstStyle>
            <a:lvl1pPr marL="0" marR="0" indent="0" algn="l" defTabSz="914400" rtl="0" eaLnBrk="1" fontAlgn="base" latinLnBrk="0" hangingPunct="1">
              <a:lnSpc>
                <a:spcPts val="1800"/>
              </a:lnSpc>
              <a:spcBef>
                <a:spcPts val="0"/>
              </a:spcBef>
              <a:spcAft>
                <a:spcPct val="0"/>
              </a:spcAft>
              <a:buClrTx/>
              <a:buSzTx/>
              <a:buFontTx/>
              <a:buNone/>
              <a:tabLst/>
              <a:defRPr sz="1500" b="0" baseline="0">
                <a:solidFill>
                  <a:srgbClr val="005096"/>
                </a:solidFill>
                <a:latin typeface="华文黑体_易方达" panose="02010600040101010101" pitchFamily="2" charset="-122"/>
                <a:ea typeface="华文黑体_易方达" panose="02010600040101010101" pitchFamily="2" charset="-122"/>
              </a:defRPr>
            </a:lvl1pPr>
            <a:lvl2pPr algn="l">
              <a:lnSpc>
                <a:spcPts val="2400"/>
              </a:lnSpc>
              <a:buFontTx/>
              <a:buNone/>
              <a:defRPr sz="1500" baseline="0">
                <a:solidFill>
                  <a:schemeClr val="bg1"/>
                </a:solidFill>
                <a:latin typeface="Arial"/>
              </a:defRPr>
            </a:lvl2pPr>
            <a:lvl3pPr>
              <a:buFontTx/>
              <a:buNone/>
              <a:defRPr/>
            </a:lvl3pPr>
            <a:lvl4pPr>
              <a:buFontTx/>
              <a:buNone/>
              <a:defRPr/>
            </a:lvl4pPr>
            <a:lvl5pPr>
              <a:buFontTx/>
              <a:buNone/>
              <a:defRPr/>
            </a:lvl5pPr>
          </a:lstStyle>
          <a:p>
            <a:pPr lvl="0"/>
            <a:r>
              <a:rPr lang="zh-CN" altLang="en-US" dirty="0" smtClean="0"/>
              <a:t>单击此处编辑母版标题样式</a:t>
            </a:r>
            <a:r>
              <a:rPr lang="en-US" altLang="zh-CN" dirty="0" smtClean="0"/>
              <a:t/>
            </a:r>
            <a:br>
              <a:rPr lang="en-US" altLang="zh-CN" dirty="0" smtClean="0"/>
            </a:br>
            <a:endParaRPr lang="en-US" dirty="0" smtClean="0"/>
          </a:p>
        </p:txBody>
      </p:sp>
      <p:sp>
        <p:nvSpPr>
          <p:cNvPr id="21" name="Slide Number Placeholder 5"/>
          <p:cNvSpPr txBox="1">
            <a:spLocks/>
          </p:cNvSpPr>
          <p:nvPr userDrawn="1"/>
        </p:nvSpPr>
        <p:spPr bwMode="auto">
          <a:xfrm>
            <a:off x="8359020" y="4791886"/>
            <a:ext cx="448205" cy="141816"/>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lIns="0" tIns="0" rIns="0" bIns="0"/>
          <a:lstStyle>
            <a:lvl1pPr eaLnBrk="0" hangingPunct="0">
              <a:defRPr sz="2400">
                <a:solidFill>
                  <a:schemeClr val="tx1"/>
                </a:solidFill>
                <a:latin typeface="Arial" charset="0"/>
                <a:ea typeface="ＭＳ Ｐゴシック" charset="0"/>
                <a:cs typeface="ＭＳ Ｐゴシック" charset="0"/>
              </a:defRPr>
            </a:lvl1pPr>
            <a:lvl2pPr marL="742950" indent="-285750" eaLnBrk="0" hangingPunct="0">
              <a:defRPr sz="2400">
                <a:solidFill>
                  <a:schemeClr val="tx1"/>
                </a:solidFill>
                <a:latin typeface="Arial" charset="0"/>
                <a:ea typeface="ＭＳ Ｐゴシック" charset="0"/>
              </a:defRPr>
            </a:lvl2pPr>
            <a:lvl3pPr marL="1143000" indent="-228600" eaLnBrk="0" hangingPunct="0">
              <a:defRPr sz="2400">
                <a:solidFill>
                  <a:schemeClr val="tx1"/>
                </a:solidFill>
                <a:latin typeface="Arial" charset="0"/>
                <a:ea typeface="ＭＳ Ｐゴシック" charset="0"/>
              </a:defRPr>
            </a:lvl3pPr>
            <a:lvl4pPr marL="1600200" indent="-228600" eaLnBrk="0" hangingPunct="0">
              <a:defRPr sz="2400">
                <a:solidFill>
                  <a:schemeClr val="tx1"/>
                </a:solidFill>
                <a:latin typeface="Arial" charset="0"/>
                <a:ea typeface="ＭＳ Ｐゴシック" charset="0"/>
              </a:defRPr>
            </a:lvl4pPr>
            <a:lvl5pPr marL="2057400" indent="-228600" eaLnBrk="0" hangingPunct="0">
              <a:defRPr sz="2400">
                <a:solidFill>
                  <a:schemeClr val="tx1"/>
                </a:solidFill>
                <a:latin typeface="Arial" charset="0"/>
                <a:ea typeface="ＭＳ Ｐゴシック" charset="0"/>
              </a:defRPr>
            </a:lvl5pPr>
            <a:lvl6pPr marL="2514600" indent="-228600" eaLnBrk="0" fontAlgn="base" hangingPunct="0">
              <a:spcBef>
                <a:spcPct val="0"/>
              </a:spcBef>
              <a:spcAft>
                <a:spcPct val="0"/>
              </a:spcAft>
              <a:defRPr sz="2400">
                <a:solidFill>
                  <a:schemeClr val="tx1"/>
                </a:solidFill>
                <a:latin typeface="Arial" charset="0"/>
                <a:ea typeface="ＭＳ Ｐゴシック" charset="0"/>
              </a:defRPr>
            </a:lvl6pPr>
            <a:lvl7pPr marL="2971800" indent="-228600" eaLnBrk="0" fontAlgn="base" hangingPunct="0">
              <a:spcBef>
                <a:spcPct val="0"/>
              </a:spcBef>
              <a:spcAft>
                <a:spcPct val="0"/>
              </a:spcAft>
              <a:defRPr sz="2400">
                <a:solidFill>
                  <a:schemeClr val="tx1"/>
                </a:solidFill>
                <a:latin typeface="Arial" charset="0"/>
                <a:ea typeface="ＭＳ Ｐゴシック" charset="0"/>
              </a:defRPr>
            </a:lvl7pPr>
            <a:lvl8pPr marL="3429000" indent="-228600" eaLnBrk="0" fontAlgn="base" hangingPunct="0">
              <a:spcBef>
                <a:spcPct val="0"/>
              </a:spcBef>
              <a:spcAft>
                <a:spcPct val="0"/>
              </a:spcAft>
              <a:defRPr sz="2400">
                <a:solidFill>
                  <a:schemeClr val="tx1"/>
                </a:solidFill>
                <a:latin typeface="Arial" charset="0"/>
                <a:ea typeface="ＭＳ Ｐゴシック" charset="0"/>
              </a:defRPr>
            </a:lvl8pPr>
            <a:lvl9pPr marL="3886200" indent="-228600" eaLnBrk="0" fontAlgn="base" hangingPunct="0">
              <a:spcBef>
                <a:spcPct val="0"/>
              </a:spcBef>
              <a:spcAft>
                <a:spcPct val="0"/>
              </a:spcAft>
              <a:defRPr sz="2400">
                <a:solidFill>
                  <a:schemeClr val="tx1"/>
                </a:solidFill>
                <a:latin typeface="Arial" charset="0"/>
                <a:ea typeface="ＭＳ Ｐゴシック" charset="0"/>
              </a:defRPr>
            </a:lvl9pPr>
          </a:lstStyle>
          <a:p>
            <a:pPr algn="r"/>
            <a:fld id="{BDAEED39-8CE5-E849-8BB2-D2203B6D9153}" type="slidenum">
              <a:rPr lang="en-US" altLang="zh-CN" sz="800" b="0" i="0" baseline="0" smtClean="0">
                <a:solidFill>
                  <a:srgbClr val="505050"/>
                </a:solidFill>
                <a:latin typeface="Arial"/>
                <a:ea typeface="黑体" pitchFamily="49" charset="-122"/>
                <a:cs typeface="Arial"/>
              </a:rPr>
              <a:pPr algn="r"/>
              <a:t>‹#›</a:t>
            </a:fld>
            <a:endParaRPr lang="en-US" altLang="zh-CN" sz="800" b="0" i="0" baseline="0" dirty="0">
              <a:solidFill>
                <a:srgbClr val="505050"/>
              </a:solidFill>
              <a:latin typeface="Arial"/>
              <a:ea typeface="黑体" pitchFamily="49" charset="-122"/>
              <a:cs typeface="Arial"/>
            </a:endParaRPr>
          </a:p>
          <a:p>
            <a:pPr algn="r"/>
            <a:endParaRPr lang="en-US" altLang="zh-CN" sz="800" b="0" i="0" baseline="0" dirty="0">
              <a:solidFill>
                <a:srgbClr val="505050"/>
              </a:solidFill>
              <a:latin typeface="Arial"/>
              <a:ea typeface="黑体" pitchFamily="49" charset="-122"/>
              <a:cs typeface="Arial"/>
            </a:endParaRPr>
          </a:p>
        </p:txBody>
      </p:sp>
      <p:pic>
        <p:nvPicPr>
          <p:cNvPr id="11" name="Picture 5" descr="Line.png"/>
          <p:cNvPicPr>
            <a:picLocks noChangeAspect="1"/>
          </p:cNvPicPr>
          <p:nvPr userDrawn="1"/>
        </p:nvPicPr>
        <p:blipFill>
          <a:blip r:embed="rId4">
            <a:extLst>
              <a:ext uri="{28A0092B-C50C-407E-A947-70E740481C1C}">
                <a14:useLocalDpi xmlns:a14="http://schemas.microsoft.com/office/drawing/2010/main" val="0"/>
              </a:ext>
            </a:extLst>
          </a:blip>
          <a:stretch>
            <a:fillRect/>
          </a:stretch>
        </p:blipFill>
        <p:spPr>
          <a:xfrm>
            <a:off x="368300" y="4729417"/>
            <a:ext cx="8424672" cy="6096"/>
          </a:xfrm>
          <a:prstGeom prst="rect">
            <a:avLst/>
          </a:prstGeom>
          <a:ln>
            <a:solidFill>
              <a:schemeClr val="bg1">
                <a:lumMod val="65000"/>
              </a:schemeClr>
            </a:solidFill>
          </a:ln>
        </p:spPr>
      </p:pic>
      <p:sp>
        <p:nvSpPr>
          <p:cNvPr id="12" name="文本框 11"/>
          <p:cNvSpPr txBox="1"/>
          <p:nvPr userDrawn="1"/>
        </p:nvSpPr>
        <p:spPr>
          <a:xfrm>
            <a:off x="283240" y="4755705"/>
            <a:ext cx="2576919" cy="215444"/>
          </a:xfrm>
          <a:prstGeom prst="rect">
            <a:avLst/>
          </a:prstGeom>
          <a:noFill/>
        </p:spPr>
        <p:txBody>
          <a:bodyPr wrap="square" rtlCol="0">
            <a:spAutoFit/>
          </a:bodyPr>
          <a:lstStyle/>
          <a:p>
            <a:r>
              <a:rPr lang="zh-CN" altLang="en-US" sz="800" dirty="0" smtClean="0">
                <a:solidFill>
                  <a:srgbClr val="3C3C3C"/>
                </a:solidFill>
                <a:latin typeface="华文黑体_易方达" panose="02010600040101010101" pitchFamily="2" charset="-122"/>
                <a:ea typeface="华文黑体_易方达" panose="02010600040101010101" pitchFamily="2" charset="-122"/>
                <a:cs typeface="华文黑体" panose="02010600040101010101" pitchFamily="2" charset="-122"/>
              </a:rPr>
              <a:t>易方达基金管理有限公司</a:t>
            </a:r>
          </a:p>
        </p:txBody>
      </p:sp>
      <p:sp>
        <p:nvSpPr>
          <p:cNvPr id="13" name="文本框 12"/>
          <p:cNvSpPr txBox="1"/>
          <p:nvPr userDrawn="1"/>
        </p:nvSpPr>
        <p:spPr>
          <a:xfrm>
            <a:off x="4118640" y="4755072"/>
            <a:ext cx="2576919" cy="215444"/>
          </a:xfrm>
          <a:prstGeom prst="rect">
            <a:avLst/>
          </a:prstGeom>
          <a:noFill/>
        </p:spPr>
        <p:txBody>
          <a:bodyPr wrap="square" rtlCol="0">
            <a:spAutoFit/>
          </a:bodyPr>
          <a:lstStyle/>
          <a:p>
            <a:r>
              <a:rPr lang="zh-CN" altLang="en-US" sz="800" dirty="0" smtClean="0">
                <a:solidFill>
                  <a:srgbClr val="3C3C3C"/>
                </a:solidFill>
                <a:latin typeface="Arial" panose="020B0604020202020204" pitchFamily="34" charset="0"/>
                <a:ea typeface="华文黑体_易方达" panose="02010600040101010101" pitchFamily="2" charset="-122"/>
                <a:cs typeface="Arial" panose="020B0604020202020204" pitchFamily="34" charset="0"/>
              </a:rPr>
              <a:t>仅供内部交流讨论，禁止外传</a:t>
            </a:r>
          </a:p>
        </p:txBody>
      </p:sp>
    </p:spTree>
    <p:extLst>
      <p:ext uri="{BB962C8B-B14F-4D97-AF65-F5344CB8AC3E}">
        <p14:creationId xmlns:p14="http://schemas.microsoft.com/office/powerpoint/2010/main" val="3035400130"/>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preserve="1" userDrawn="1">
  <p:cSld name="结尾页">
    <p:spTree>
      <p:nvGrpSpPr>
        <p:cNvPr id="1" name=""/>
        <p:cNvGrpSpPr/>
        <p:nvPr/>
      </p:nvGrpSpPr>
      <p:grpSpPr>
        <a:xfrm>
          <a:off x="0" y="0"/>
          <a:ext cx="0" cy="0"/>
          <a:chOff x="0" y="0"/>
          <a:chExt cx="0" cy="0"/>
        </a:xfrm>
      </p:grpSpPr>
      <p:pic>
        <p:nvPicPr>
          <p:cNvPr id="5" name="Picture 4" descr="Bar_1.png"/>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0" y="4355783"/>
            <a:ext cx="9144000" cy="792480"/>
          </a:xfrm>
          <a:prstGeom prst="rect">
            <a:avLst/>
          </a:prstGeom>
        </p:spPr>
      </p:pic>
      <p:sp>
        <p:nvSpPr>
          <p:cNvPr id="14" name="Rectangle 22"/>
          <p:cNvSpPr>
            <a:spLocks noGrp="1" noChangeAspect="1" noChangeArrowheads="1"/>
          </p:cNvSpPr>
          <p:nvPr>
            <p:ph idx="10" hasCustomPrompt="1"/>
          </p:nvPr>
        </p:nvSpPr>
        <p:spPr bwMode="auto">
          <a:xfrm>
            <a:off x="349052" y="1188517"/>
            <a:ext cx="4857750" cy="2087746"/>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 uri="{FAA26D3D-D897-4be2-8F04-BA451C77F1D7}">
              <ma14:placeholderFlag xmlns:ma14="http://schemas.microsoft.com/office/mac/drawingml/2011/main" xmlns="" val="1"/>
            </a:ext>
          </a:extLst>
        </p:spPr>
        <p:txBody>
          <a:bodyPr vert="horz" wrap="square" lIns="0" tIns="0" rIns="0" bIns="0" numCol="1" anchor="t" anchorCtr="0" compatLnSpc="1">
            <a:prstTxWarp prst="textNoShape">
              <a:avLst/>
            </a:prstTxWarp>
          </a:bodyPr>
          <a:lstStyle>
            <a:lvl1pPr marL="0" indent="0" algn="l">
              <a:lnSpc>
                <a:spcPct val="100000"/>
              </a:lnSpc>
              <a:buFontTx/>
              <a:buNone/>
              <a:defRPr sz="4500" b="1" i="0">
                <a:solidFill>
                  <a:srgbClr val="005096"/>
                </a:solidFill>
                <a:latin typeface="华文黑体_易方达" panose="02010600040101010101" pitchFamily="2" charset="-122"/>
                <a:ea typeface="华文黑体_易方达" panose="02010600040101010101" pitchFamily="2" charset="-122"/>
                <a:cs typeface="华文黑体"/>
              </a:defRPr>
            </a:lvl1pPr>
            <a:lvl2pPr algn="l">
              <a:lnSpc>
                <a:spcPts val="2400"/>
              </a:lnSpc>
              <a:buFontTx/>
              <a:buNone/>
              <a:defRPr sz="1500" baseline="0">
                <a:solidFill>
                  <a:schemeClr val="bg1"/>
                </a:solidFill>
                <a:latin typeface="Arial"/>
              </a:defRPr>
            </a:lvl2pPr>
            <a:lvl3pPr>
              <a:buFontTx/>
              <a:buNone/>
              <a:defRPr/>
            </a:lvl3pPr>
            <a:lvl4pPr>
              <a:buFontTx/>
              <a:buNone/>
              <a:defRPr/>
            </a:lvl4pPr>
            <a:lvl5pPr>
              <a:buFontTx/>
              <a:buNone/>
              <a:defRPr/>
            </a:lvl5pPr>
          </a:lstStyle>
          <a:p>
            <a:pPr lvl="0"/>
            <a:r>
              <a:rPr lang="zh-CN" altLang="en-US" dirty="0" smtClean="0"/>
              <a:t>谢谢</a:t>
            </a:r>
            <a:r>
              <a:rPr lang="en-US" altLang="zh-CN" dirty="0" smtClean="0"/>
              <a:t/>
            </a:r>
            <a:br>
              <a:rPr lang="en-US" altLang="zh-CN" dirty="0" smtClean="0"/>
            </a:br>
            <a:endParaRPr lang="en-US" dirty="0" smtClean="0"/>
          </a:p>
        </p:txBody>
      </p:sp>
      <p:pic>
        <p:nvPicPr>
          <p:cNvPr id="6" name="Picture 5" descr="Master Logo.png"/>
          <p:cNvPicPr>
            <a:picLocks noChangeAspect="1"/>
          </p:cNvPicPr>
          <p:nvPr userDrawn="1"/>
        </p:nvPicPr>
        <p:blipFill>
          <a:blip r:embed="rId3">
            <a:extLst>
              <a:ext uri="{28A0092B-C50C-407E-A947-70E740481C1C}">
                <a14:useLocalDpi xmlns:a14="http://schemas.microsoft.com/office/drawing/2010/main" val="0"/>
              </a:ext>
            </a:extLst>
          </a:blip>
          <a:stretch>
            <a:fillRect/>
          </a:stretch>
        </p:blipFill>
        <p:spPr>
          <a:xfrm>
            <a:off x="7390723" y="4598436"/>
            <a:ext cx="1389888" cy="301752"/>
          </a:xfrm>
          <a:prstGeom prst="rect">
            <a:avLst/>
          </a:prstGeom>
        </p:spPr>
      </p:pic>
      <p:sp>
        <p:nvSpPr>
          <p:cNvPr id="3" name="文本占位符 2"/>
          <p:cNvSpPr>
            <a:spLocks noGrp="1"/>
          </p:cNvSpPr>
          <p:nvPr>
            <p:ph type="body" sz="quarter" idx="11"/>
          </p:nvPr>
        </p:nvSpPr>
        <p:spPr>
          <a:xfrm>
            <a:off x="349052" y="2504748"/>
            <a:ext cx="2741613" cy="1311275"/>
          </a:xfrm>
        </p:spPr>
        <p:txBody>
          <a:bodyPr/>
          <a:lstStyle>
            <a:lvl1pPr>
              <a:defRPr sz="1200">
                <a:solidFill>
                  <a:schemeClr val="accent1"/>
                </a:solidFill>
                <a:latin typeface="+mn-ea"/>
                <a:ea typeface="+mn-ea"/>
              </a:defRPr>
            </a:lvl1pPr>
            <a:lvl2pPr>
              <a:defRPr sz="1200">
                <a:solidFill>
                  <a:schemeClr val="accent1"/>
                </a:solidFill>
                <a:latin typeface="+mn-ea"/>
                <a:ea typeface="+mn-ea"/>
              </a:defRPr>
            </a:lvl2pPr>
            <a:lvl3pPr>
              <a:defRPr sz="1200">
                <a:solidFill>
                  <a:schemeClr val="accent1"/>
                </a:solidFill>
                <a:latin typeface="+mn-ea"/>
                <a:ea typeface="+mn-ea"/>
              </a:defRPr>
            </a:lvl3pPr>
            <a:lvl4pPr>
              <a:defRPr sz="1200">
                <a:solidFill>
                  <a:schemeClr val="accent1"/>
                </a:solidFill>
                <a:latin typeface="+mn-ea"/>
                <a:ea typeface="+mn-ea"/>
              </a:defRPr>
            </a:lvl4pPr>
            <a:lvl5pPr>
              <a:defRPr sz="1200">
                <a:solidFill>
                  <a:schemeClr val="accent1"/>
                </a:solidFill>
                <a:latin typeface="+mn-ea"/>
                <a:ea typeface="+mn-ea"/>
              </a:defRPr>
            </a:lvl5pPr>
          </a:lstStyle>
          <a:p>
            <a:pPr lvl="0"/>
            <a:r>
              <a:rPr lang="zh-CN" altLang="en-US" smtClean="0"/>
              <a:t>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endParaRPr lang="en-US" dirty="0"/>
          </a:p>
        </p:txBody>
      </p:sp>
    </p:spTree>
  </p:cSld>
  <p:clrMapOvr>
    <a:masterClrMapping/>
  </p:clrMapOvr>
  <p:timing>
    <p:tnLst>
      <p:par>
        <p:cTn id="1" dur="indefinite" restart="never" nodeType="tmRoot"/>
      </p:par>
    </p:tnLst>
  </p:timing>
</p:sldLayout>
</file>

<file path=ppt/slideLayouts/slideLayout7.xml><?xml version="1.0" encoding="utf-8"?>
<p:sldLayout xmlns:a="http://schemas.openxmlformats.org/drawingml/2006/main" xmlns:r="http://schemas.openxmlformats.org/officeDocument/2006/relationships" xmlns:p="http://schemas.openxmlformats.org/presentationml/2006/main" showMasterSp="0" preserve="1" userDrawn="1">
  <p:cSld name="1_首页">
    <p:spTree>
      <p:nvGrpSpPr>
        <p:cNvPr id="1" name=""/>
        <p:cNvGrpSpPr/>
        <p:nvPr/>
      </p:nvGrpSpPr>
      <p:grpSpPr>
        <a:xfrm>
          <a:off x="0" y="0"/>
          <a:ext cx="0" cy="0"/>
          <a:chOff x="0" y="0"/>
          <a:chExt cx="0" cy="0"/>
        </a:xfrm>
      </p:grpSpPr>
      <p:sp>
        <p:nvSpPr>
          <p:cNvPr id="9001" name="品牌实心色块"/>
          <p:cNvSpPr/>
          <p:nvPr/>
        </p:nvSpPr>
        <p:spPr>
          <a:xfrm>
            <a:off x="6912769" y="0"/>
            <a:ext cx="2231231" cy="4367213"/>
          </a:xfrm>
          <a:prstGeom prst="rect">
            <a:avLst/>
          </a:prstGeom>
          <a:solidFill>
            <a:srgbClr val="005096"/>
          </a:solidFill>
          <a:ln>
            <a:noFill/>
          </a:ln>
        </p:spPr>
        <p:txBody>
          <a:bodyPr/>
          <a:lstStyle/>
          <a:p/>
        </p:txBody>
      </p:sp>
      <p:pic>
        <p:nvPicPr>
          <p:cNvPr id="3" name="Picture 2" descr="Bar_1.png"/>
          <p:cNvPicPr>
            <a:picLocks noChangeAspect="1"/>
          </p:cNvPicPr>
          <p:nvPr userDrawn="1"/>
        </p:nvPicPr>
        <p:blipFill>
          <a:blip r:embed="rId3">
            <a:extLst>
              <a:ext uri="{28A0092B-C50C-407E-A947-70E740481C1C}">
                <a14:useLocalDpi xmlns:a14="http://schemas.microsoft.com/office/drawing/2010/main" val="0"/>
              </a:ext>
            </a:extLst>
          </a:blip>
          <a:stretch>
            <a:fillRect/>
          </a:stretch>
        </p:blipFill>
        <p:spPr>
          <a:xfrm>
            <a:off x="0" y="4355783"/>
            <a:ext cx="9144000" cy="792480"/>
          </a:xfrm>
          <a:prstGeom prst="rect">
            <a:avLst/>
          </a:prstGeom>
        </p:spPr>
      </p:pic>
      <p:sp>
        <p:nvSpPr>
          <p:cNvPr id="14" name="Rectangle 22"/>
          <p:cNvSpPr>
            <a:spLocks noGrp="1" noChangeAspect="1" noChangeArrowheads="1"/>
          </p:cNvSpPr>
          <p:nvPr>
            <p:ph idx="1" hasCustomPrompt="1"/>
          </p:nvPr>
        </p:nvSpPr>
        <p:spPr bwMode="auto">
          <a:xfrm>
            <a:off x="362992" y="1269425"/>
            <a:ext cx="4632341" cy="1753197"/>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 uri="{FAA26D3D-D897-4be2-8F04-BA451C77F1D7}">
              <ma14:placeholderFlag xmlns="" xmlns:ma14="http://schemas.microsoft.com/office/mac/drawingml/2011/main" val="1"/>
            </a:ext>
          </a:extLst>
        </p:spPr>
        <p:txBody>
          <a:bodyPr vert="horz" wrap="square" lIns="0" tIns="0" rIns="0" bIns="0" numCol="1" anchor="t" anchorCtr="0" compatLnSpc="1">
            <a:prstTxWarp prst="textNoShape">
              <a:avLst/>
            </a:prstTxWarp>
          </a:bodyPr>
          <a:lstStyle>
            <a:lvl1pPr marL="0" indent="0" algn="l">
              <a:lnSpc>
                <a:spcPts val="3300"/>
              </a:lnSpc>
              <a:buFontTx/>
              <a:buNone/>
              <a:defRPr sz="2100" b="1" i="0">
                <a:solidFill>
                  <a:srgbClr val="005096"/>
                </a:solidFill>
                <a:latin typeface="+mj-lt"/>
                <a:ea typeface="华文黑体_易方达" panose="02010600040101010101" pitchFamily="2" charset="-122"/>
                <a:cs typeface="华文黑体"/>
              </a:defRPr>
            </a:lvl1pPr>
            <a:lvl2pPr algn="l">
              <a:lnSpc>
                <a:spcPts val="3000"/>
              </a:lnSpc>
              <a:buFontTx/>
              <a:buNone/>
              <a:defRPr sz="1300" b="0" i="0">
                <a:solidFill>
                  <a:schemeClr val="tx1"/>
                </a:solidFill>
              </a:defRPr>
            </a:lvl2pPr>
            <a:lvl3pPr>
              <a:buFontTx/>
              <a:buNone/>
              <a:defRPr/>
            </a:lvl3pPr>
            <a:lvl4pPr>
              <a:buFontTx/>
              <a:buNone/>
              <a:defRPr/>
            </a:lvl4pPr>
            <a:lvl5pPr>
              <a:buFontTx/>
              <a:buNone/>
              <a:defRPr/>
            </a:lvl5pPr>
          </a:lstStyle>
          <a:p>
            <a:pPr lvl="0"/>
            <a:r>
              <a:rPr lang="en-US" altLang="zh-CN" dirty="0" smtClean="0"/>
              <a:t>Click  to add title</a:t>
            </a:r>
            <a:endParaRPr lang="zh-CN" altLang="en-US" dirty="0" smtClean="0"/>
          </a:p>
        </p:txBody>
      </p:sp>
      <p:sp>
        <p:nvSpPr>
          <p:cNvPr id="5" name="矩形 4"/>
          <p:cNvSpPr/>
          <p:nvPr userDrawn="1"/>
        </p:nvSpPr>
        <p:spPr>
          <a:xfrm>
            <a:off x="203199" y="4385003"/>
            <a:ext cx="6530577" cy="738664"/>
          </a:xfrm>
          <a:prstGeom prst="rect">
            <a:avLst/>
          </a:prstGeom>
        </p:spPr>
        <p:txBody>
          <a:bodyPr wrap="square">
            <a:spAutoFit/>
          </a:bodyPr>
          <a:lstStyle/>
          <a:p>
            <a:pPr algn="just"/>
            <a:r>
              <a:rPr lang="en-US" altLang="zh-CN" sz="700" dirty="0" smtClean="0">
                <a:solidFill>
                  <a:srgbClr val="FFFFFF"/>
                </a:solidFill>
                <a:latin typeface="Arial"/>
                <a:ea typeface="华文黑体_易方达" panose="02010600040101010101" pitchFamily="2" charset="-122"/>
                <a:cs typeface="华文黑体" panose="02010600040101010101" pitchFamily="2" charset="-122"/>
              </a:rPr>
              <a:t>This report is solely for internal use by E Fund Management Company Limited (hereinafter “the Company”) and for reference by institutional investors, sales channels and personnel of other collaborative parties who possess professional knowledge in investments. The information or opinion stated in this report shall neither constitute any offer or invitation to treat nor constitute any investment advice or guarantee of return to any person. Unless authorized by the Company, no part of this report shall by any means be copied, duplicated or replicated in any form; or be re-distributed or disclosed to any third party; or be used in any other way which infringes the copyright of the Company’s. Any institution or individual apart from the Company who distributes or discloses this report shall assume all liability arising therefrom.</a:t>
            </a:r>
            <a:endParaRPr lang="zh-CN" altLang="zh-CN" sz="700" dirty="0">
              <a:solidFill>
                <a:srgbClr val="FFFFFF"/>
              </a:solidFill>
              <a:latin typeface="Arial"/>
              <a:ea typeface="华文黑体_易方达" panose="02010600040101010101" pitchFamily="2" charset="-122"/>
              <a:cs typeface="华文黑体" panose="02010600040101010101" pitchFamily="2" charset="-122"/>
            </a:endParaRPr>
          </a:p>
        </p:txBody>
      </p:sp>
      <p:sp>
        <p:nvSpPr>
          <p:cNvPr id="9" name="内容占位符 8"/>
          <p:cNvSpPr>
            <a:spLocks noGrp="1"/>
          </p:cNvSpPr>
          <p:nvPr>
            <p:ph sz="quarter" idx="10"/>
          </p:nvPr>
        </p:nvSpPr>
        <p:spPr>
          <a:xfrm>
            <a:off x="362992" y="3194835"/>
            <a:ext cx="1891110" cy="345807"/>
          </a:xfrm>
          <a:prstGeom prst="rect">
            <a:avLst/>
          </a:prstGeom>
        </p:spPr>
        <p:txBody>
          <a:bodyPr/>
          <a:lstStyle>
            <a:lvl1pPr>
              <a:defRPr sz="1400">
                <a:latin typeface="Arial" panose="020B0604020202020204" pitchFamily="34" charset="0"/>
                <a:ea typeface="华文黑体_易方达" panose="02010600040101010101" pitchFamily="2" charset="-122"/>
                <a:cs typeface="Arial" panose="020B0604020202020204" pitchFamily="34" charset="0"/>
              </a:defRPr>
            </a:lvl1pPr>
          </a:lstStyle>
          <a:p>
            <a:pPr lvl="0"/>
            <a:r>
              <a:rPr lang="zh-CN" altLang="en-US" smtClean="0"/>
              <a:t>编辑母版文本样式</a:t>
            </a:r>
          </a:p>
        </p:txBody>
      </p:sp>
      <p:sp>
        <p:nvSpPr>
          <p:cNvPr id="2" name="文本框 1"/>
          <p:cNvSpPr txBox="1"/>
          <p:nvPr userDrawn="1"/>
        </p:nvSpPr>
        <p:spPr>
          <a:xfrm>
            <a:off x="-1347537" y="1039446"/>
            <a:ext cx="1289857" cy="3416320"/>
          </a:xfrm>
          <a:prstGeom prst="rect">
            <a:avLst/>
          </a:prstGeom>
          <a:noFill/>
        </p:spPr>
        <p:txBody>
          <a:bodyPr wrap="square" rtlCol="0">
            <a:spAutoFit/>
          </a:bodyPr>
          <a:lstStyle/>
          <a:p>
            <a:r>
              <a:rPr lang="en-US" altLang="zh-CN" sz="900" dirty="0" smtClean="0">
                <a:solidFill>
                  <a:srgbClr val="FFFFFF">
                    <a:lumMod val="65000"/>
                  </a:srgbClr>
                </a:solidFill>
                <a:latin typeface="华文黑体_易方达" panose="02010600040101010101" pitchFamily="2" charset="-122"/>
                <a:ea typeface="华文黑体_易方达" panose="02010600040101010101" pitchFamily="2" charset="-122"/>
              </a:rPr>
              <a:t>1.</a:t>
            </a:r>
            <a:r>
              <a:rPr lang="zh-CN" altLang="en-US" sz="900" dirty="0" smtClean="0">
                <a:solidFill>
                  <a:srgbClr val="FFFFFF">
                    <a:lumMod val="65000"/>
                  </a:srgbClr>
                </a:solidFill>
                <a:latin typeface="华文黑体_易方达" panose="02010600040101010101" pitchFamily="2" charset="-122"/>
                <a:ea typeface="华文黑体_易方达" panose="02010600040101010101" pitchFamily="2" charset="-122"/>
              </a:rPr>
              <a:t> 英文标题字体：</a:t>
            </a:r>
            <a:r>
              <a:rPr lang="en-US" altLang="zh-CN" sz="900" dirty="0" smtClean="0">
                <a:solidFill>
                  <a:srgbClr val="FFFFFF">
                    <a:lumMod val="65000"/>
                  </a:srgbClr>
                </a:solidFill>
                <a:latin typeface="华文黑体_易方达" panose="02010600040101010101" pitchFamily="2" charset="-122"/>
                <a:ea typeface="华文黑体_易方达" panose="02010600040101010101" pitchFamily="2" charset="-122"/>
              </a:rPr>
              <a:t>Arial</a:t>
            </a:r>
            <a:r>
              <a:rPr lang="zh-CN" altLang="en-US" sz="900" dirty="0" smtClean="0">
                <a:solidFill>
                  <a:srgbClr val="FFFFFF">
                    <a:lumMod val="65000"/>
                  </a:srgbClr>
                </a:solidFill>
                <a:latin typeface="华文黑体_易方达" panose="02010600040101010101" pitchFamily="2" charset="-122"/>
                <a:ea typeface="华文黑体_易方达" panose="02010600040101010101" pitchFamily="2" charset="-122"/>
              </a:rPr>
              <a:t>，不加粗，</a:t>
            </a:r>
            <a:r>
              <a:rPr lang="en-US" altLang="zh-CN" sz="900" dirty="0" smtClean="0">
                <a:solidFill>
                  <a:srgbClr val="FFFFFF">
                    <a:lumMod val="65000"/>
                  </a:srgbClr>
                </a:solidFill>
                <a:latin typeface="华文黑体_易方达" panose="02010600040101010101" pitchFamily="2" charset="-122"/>
                <a:ea typeface="华文黑体_易方达" panose="02010600040101010101" pitchFamily="2" charset="-122"/>
              </a:rPr>
              <a:t>28</a:t>
            </a:r>
            <a:r>
              <a:rPr lang="zh-CN" altLang="en-US" sz="900" dirty="0" smtClean="0">
                <a:solidFill>
                  <a:srgbClr val="FFFFFF">
                    <a:lumMod val="65000"/>
                  </a:srgbClr>
                </a:solidFill>
                <a:latin typeface="华文黑体_易方达" panose="02010600040101010101" pitchFamily="2" charset="-122"/>
                <a:ea typeface="华文黑体_易方达" panose="02010600040101010101" pitchFamily="2" charset="-122"/>
              </a:rPr>
              <a:t>号</a:t>
            </a:r>
            <a:endParaRPr lang="en-US" altLang="zh-CN" sz="900" dirty="0" smtClean="0">
              <a:solidFill>
                <a:srgbClr val="FFFFFF">
                  <a:lumMod val="65000"/>
                </a:srgbClr>
              </a:solidFill>
              <a:latin typeface="华文黑体_易方达" panose="02010600040101010101" pitchFamily="2" charset="-122"/>
              <a:ea typeface="华文黑体_易方达" panose="02010600040101010101" pitchFamily="2" charset="-122"/>
            </a:endParaRPr>
          </a:p>
          <a:p>
            <a:endParaRPr lang="zh-CN" altLang="en-US" sz="900" dirty="0" smtClean="0">
              <a:solidFill>
                <a:srgbClr val="FFFFFF">
                  <a:lumMod val="65000"/>
                </a:srgbClr>
              </a:solidFill>
              <a:latin typeface="华文黑体_易方达" panose="02010600040101010101" pitchFamily="2" charset="-122"/>
              <a:ea typeface="华文黑体_易方达" panose="02010600040101010101" pitchFamily="2" charset="-122"/>
            </a:endParaRPr>
          </a:p>
          <a:p>
            <a:r>
              <a:rPr lang="en-US" altLang="zh-CN" sz="900" dirty="0" smtClean="0">
                <a:solidFill>
                  <a:srgbClr val="FFFFFF">
                    <a:lumMod val="65000"/>
                  </a:srgbClr>
                </a:solidFill>
                <a:latin typeface="华文黑体_易方达" panose="02010600040101010101" pitchFamily="2" charset="-122"/>
                <a:ea typeface="华文黑体_易方达" panose="02010600040101010101" pitchFamily="2" charset="-122"/>
              </a:rPr>
              <a:t>2.</a:t>
            </a:r>
            <a:r>
              <a:rPr lang="zh-CN" altLang="en-US" sz="900" dirty="0" smtClean="0">
                <a:solidFill>
                  <a:srgbClr val="FFFFFF">
                    <a:lumMod val="65000"/>
                  </a:srgbClr>
                </a:solidFill>
                <a:latin typeface="华文黑体_易方达" panose="02010600040101010101" pitchFamily="2" charset="-122"/>
                <a:ea typeface="华文黑体_易方达" panose="02010600040101010101" pitchFamily="2" charset="-122"/>
              </a:rPr>
              <a:t> 若必须使用副标题建议换行后仍保持左对齐，加粗，英文：</a:t>
            </a:r>
            <a:r>
              <a:rPr lang="en-US" altLang="zh-CN" sz="900" dirty="0" smtClean="0">
                <a:solidFill>
                  <a:srgbClr val="FFFFFF">
                    <a:lumMod val="65000"/>
                  </a:srgbClr>
                </a:solidFill>
                <a:latin typeface="华文黑体_易方达" panose="02010600040101010101" pitchFamily="2" charset="-122"/>
                <a:ea typeface="华文黑体_易方达" panose="02010600040101010101" pitchFamily="2" charset="-122"/>
              </a:rPr>
              <a:t>Arial</a:t>
            </a:r>
            <a:r>
              <a:rPr lang="zh-CN" altLang="en-US" sz="900" dirty="0" smtClean="0">
                <a:solidFill>
                  <a:srgbClr val="FFFFFF">
                    <a:lumMod val="65000"/>
                  </a:srgbClr>
                </a:solidFill>
                <a:latin typeface="华文黑体_易方达" panose="02010600040101010101" pitchFamily="2" charset="-122"/>
                <a:ea typeface="华文黑体_易方达" panose="02010600040101010101" pitchFamily="2" charset="-122"/>
              </a:rPr>
              <a:t>，</a:t>
            </a:r>
            <a:r>
              <a:rPr lang="en-US" altLang="zh-CN" sz="900" dirty="0" smtClean="0">
                <a:solidFill>
                  <a:srgbClr val="FFFFFF">
                    <a:lumMod val="65000"/>
                  </a:srgbClr>
                </a:solidFill>
                <a:latin typeface="华文黑体_易方达" panose="02010600040101010101" pitchFamily="2" charset="-122"/>
                <a:ea typeface="华文黑体_易方达" panose="02010600040101010101" pitchFamily="2" charset="-122"/>
              </a:rPr>
              <a:t>21</a:t>
            </a:r>
            <a:r>
              <a:rPr lang="zh-CN" altLang="en-US" sz="900" dirty="0" smtClean="0">
                <a:solidFill>
                  <a:srgbClr val="FFFFFF">
                    <a:lumMod val="65000"/>
                  </a:srgbClr>
                </a:solidFill>
                <a:latin typeface="华文黑体_易方达" panose="02010600040101010101" pitchFamily="2" charset="-122"/>
                <a:ea typeface="华文黑体_易方达" panose="02010600040101010101" pitchFamily="2" charset="-122"/>
              </a:rPr>
              <a:t>号</a:t>
            </a:r>
            <a:endParaRPr lang="en-US" altLang="zh-CN" sz="900" dirty="0" smtClean="0">
              <a:solidFill>
                <a:srgbClr val="FFFFFF">
                  <a:lumMod val="65000"/>
                </a:srgbClr>
              </a:solidFill>
              <a:latin typeface="华文黑体_易方达" panose="02010600040101010101" pitchFamily="2" charset="-122"/>
              <a:ea typeface="华文黑体_易方达" panose="02010600040101010101" pitchFamily="2" charset="-122"/>
            </a:endParaRPr>
          </a:p>
          <a:p>
            <a:endParaRPr lang="zh-CN" altLang="en-US" sz="900" dirty="0" smtClean="0">
              <a:solidFill>
                <a:srgbClr val="FFFFFF">
                  <a:lumMod val="65000"/>
                </a:srgbClr>
              </a:solidFill>
              <a:latin typeface="华文黑体_易方达" panose="02010600040101010101" pitchFamily="2" charset="-122"/>
              <a:ea typeface="华文黑体_易方达" panose="02010600040101010101" pitchFamily="2" charset="-122"/>
            </a:endParaRPr>
          </a:p>
          <a:p>
            <a:r>
              <a:rPr lang="en-US" altLang="zh-CN" sz="900" dirty="0" smtClean="0">
                <a:solidFill>
                  <a:srgbClr val="FFFFFF">
                    <a:lumMod val="65000"/>
                  </a:srgbClr>
                </a:solidFill>
                <a:latin typeface="华文黑体_易方达" panose="02010600040101010101" pitchFamily="2" charset="-122"/>
                <a:ea typeface="华文黑体_易方达" panose="02010600040101010101" pitchFamily="2" charset="-122"/>
              </a:rPr>
              <a:t>3..</a:t>
            </a:r>
            <a:r>
              <a:rPr lang="zh-CN" altLang="en-US" sz="900" dirty="0" smtClean="0">
                <a:solidFill>
                  <a:srgbClr val="FFFFFF">
                    <a:lumMod val="65000"/>
                  </a:srgbClr>
                </a:solidFill>
                <a:latin typeface="华文黑体_易方达" panose="02010600040101010101" pitchFamily="2" charset="-122"/>
                <a:ea typeface="华文黑体_易方达" panose="02010600040101010101" pitchFamily="2" charset="-122"/>
              </a:rPr>
              <a:t>颜色</a:t>
            </a:r>
            <a:r>
              <a:rPr lang="en-US" altLang="zh-CN" sz="900" dirty="0" smtClean="0">
                <a:solidFill>
                  <a:srgbClr val="FFFFFF">
                    <a:lumMod val="65000"/>
                  </a:srgbClr>
                </a:solidFill>
                <a:latin typeface="华文黑体_易方达" panose="02010600040101010101" pitchFamily="2" charset="-122"/>
                <a:ea typeface="华文黑体_易方达" panose="02010600040101010101" pitchFamily="2" charset="-122"/>
              </a:rPr>
              <a:t>RGB</a:t>
            </a:r>
            <a:r>
              <a:rPr lang="zh-CN" altLang="en-US" sz="900" dirty="0" smtClean="0">
                <a:solidFill>
                  <a:srgbClr val="FFFFFF">
                    <a:lumMod val="65000"/>
                  </a:srgbClr>
                </a:solidFill>
                <a:latin typeface="华文黑体_易方达" panose="02010600040101010101" pitchFamily="2" charset="-122"/>
                <a:ea typeface="华文黑体_易方达" panose="02010600040101010101" pitchFamily="2" charset="-122"/>
              </a:rPr>
              <a:t>（</a:t>
            </a:r>
            <a:r>
              <a:rPr lang="en-US" altLang="zh-CN" sz="900" dirty="0" smtClean="0">
                <a:solidFill>
                  <a:srgbClr val="FFFFFF">
                    <a:lumMod val="65000"/>
                  </a:srgbClr>
                </a:solidFill>
                <a:latin typeface="华文黑体_易方达" panose="02010600040101010101" pitchFamily="2" charset="-122"/>
                <a:ea typeface="华文黑体_易方达" panose="02010600040101010101" pitchFamily="2" charset="-122"/>
              </a:rPr>
              <a:t>0</a:t>
            </a:r>
            <a:r>
              <a:rPr lang="zh-CN" altLang="en-US" sz="900" dirty="0" smtClean="0">
                <a:solidFill>
                  <a:srgbClr val="FFFFFF">
                    <a:lumMod val="65000"/>
                  </a:srgbClr>
                </a:solidFill>
                <a:latin typeface="华文黑体_易方达" panose="02010600040101010101" pitchFamily="2" charset="-122"/>
                <a:ea typeface="华文黑体_易方达" panose="02010600040101010101" pitchFamily="2" charset="-122"/>
              </a:rPr>
              <a:t>，</a:t>
            </a:r>
            <a:r>
              <a:rPr lang="en-US" altLang="zh-CN" sz="900" dirty="0" smtClean="0">
                <a:solidFill>
                  <a:srgbClr val="FFFFFF">
                    <a:lumMod val="65000"/>
                  </a:srgbClr>
                </a:solidFill>
                <a:latin typeface="华文黑体_易方达" panose="02010600040101010101" pitchFamily="2" charset="-122"/>
                <a:ea typeface="华文黑体_易方达" panose="02010600040101010101" pitchFamily="2" charset="-122"/>
              </a:rPr>
              <a:t>80</a:t>
            </a:r>
            <a:r>
              <a:rPr lang="zh-CN" altLang="en-US" sz="900" dirty="0" smtClean="0">
                <a:solidFill>
                  <a:srgbClr val="FFFFFF">
                    <a:lumMod val="65000"/>
                  </a:srgbClr>
                </a:solidFill>
                <a:latin typeface="华文黑体_易方达" panose="02010600040101010101" pitchFamily="2" charset="-122"/>
                <a:ea typeface="华文黑体_易方达" panose="02010600040101010101" pitchFamily="2" charset="-122"/>
              </a:rPr>
              <a:t>，</a:t>
            </a:r>
            <a:r>
              <a:rPr lang="en-US" altLang="zh-CN" sz="900" dirty="0" smtClean="0">
                <a:solidFill>
                  <a:srgbClr val="FFFFFF">
                    <a:lumMod val="65000"/>
                  </a:srgbClr>
                </a:solidFill>
                <a:latin typeface="华文黑体_易方达" panose="02010600040101010101" pitchFamily="2" charset="-122"/>
                <a:ea typeface="华文黑体_易方达" panose="02010600040101010101" pitchFamily="2" charset="-122"/>
              </a:rPr>
              <a:t>150</a:t>
            </a:r>
            <a:r>
              <a:rPr lang="zh-CN" altLang="en-US" sz="900" dirty="0" smtClean="0">
                <a:solidFill>
                  <a:srgbClr val="FFFFFF">
                    <a:lumMod val="65000"/>
                  </a:srgbClr>
                </a:solidFill>
                <a:latin typeface="华文黑体_易方达" panose="02010600040101010101" pitchFamily="2" charset="-122"/>
                <a:ea typeface="华文黑体_易方达" panose="02010600040101010101" pitchFamily="2" charset="-122"/>
              </a:rPr>
              <a:t>）</a:t>
            </a:r>
            <a:endParaRPr lang="en-US" altLang="zh-CN" sz="900" dirty="0" smtClean="0">
              <a:solidFill>
                <a:srgbClr val="FFFFFF">
                  <a:lumMod val="65000"/>
                </a:srgbClr>
              </a:solidFill>
              <a:latin typeface="华文黑体_易方达" panose="02010600040101010101" pitchFamily="2" charset="-122"/>
              <a:ea typeface="华文黑体_易方达" panose="02010600040101010101" pitchFamily="2" charset="-122"/>
            </a:endParaRPr>
          </a:p>
          <a:p>
            <a:endParaRPr lang="en-US" altLang="zh-CN" sz="900" dirty="0" smtClean="0">
              <a:solidFill>
                <a:srgbClr val="FFFFFF">
                  <a:lumMod val="65000"/>
                </a:srgbClr>
              </a:solidFill>
              <a:latin typeface="华文黑体_易方达" panose="02010600040101010101" pitchFamily="2" charset="-122"/>
              <a:ea typeface="华文黑体_易方达" panose="02010600040101010101" pitchFamily="2" charset="-122"/>
            </a:endParaRPr>
          </a:p>
          <a:p>
            <a:endParaRPr lang="en-US" altLang="zh-CN" sz="900" dirty="0" smtClean="0">
              <a:solidFill>
                <a:srgbClr val="FFFFFF">
                  <a:lumMod val="65000"/>
                </a:srgbClr>
              </a:solidFill>
              <a:latin typeface="华文黑体_易方达" panose="02010600040101010101" pitchFamily="2" charset="-122"/>
              <a:ea typeface="华文黑体_易方达" panose="02010600040101010101" pitchFamily="2" charset="-122"/>
            </a:endParaRPr>
          </a:p>
          <a:p>
            <a:endParaRPr lang="en-US" altLang="zh-CN" sz="900" dirty="0" smtClean="0">
              <a:solidFill>
                <a:srgbClr val="FFFFFF">
                  <a:lumMod val="65000"/>
                </a:srgbClr>
              </a:solidFill>
              <a:latin typeface="华文黑体_易方达" panose="02010600040101010101" pitchFamily="2" charset="-122"/>
              <a:ea typeface="华文黑体_易方达" panose="02010600040101010101" pitchFamily="2" charset="-122"/>
            </a:endParaRPr>
          </a:p>
          <a:p>
            <a:r>
              <a:rPr lang="en-US" altLang="zh-CN" sz="900" dirty="0" smtClean="0">
                <a:solidFill>
                  <a:srgbClr val="FFFFFF">
                    <a:lumMod val="65000"/>
                  </a:srgbClr>
                </a:solidFill>
                <a:latin typeface="华文黑体_易方达" panose="02010600040101010101" pitchFamily="2" charset="-122"/>
                <a:ea typeface="华文黑体_易方达" panose="02010600040101010101" pitchFamily="2" charset="-122"/>
              </a:rPr>
              <a:t>4..</a:t>
            </a:r>
            <a:r>
              <a:rPr lang="zh-CN" altLang="en-US" sz="900" dirty="0" smtClean="0">
                <a:solidFill>
                  <a:srgbClr val="FFFFFF">
                    <a:lumMod val="65000"/>
                  </a:srgbClr>
                </a:solidFill>
                <a:latin typeface="华文黑体_易方达" panose="02010600040101010101" pitchFamily="2" charset="-122"/>
                <a:ea typeface="华文黑体_易方达" panose="02010600040101010101" pitchFamily="2" charset="-122"/>
              </a:rPr>
              <a:t>汇报部门、汇报人、投标人等内容均在此处添加；中文：</a:t>
            </a:r>
            <a:r>
              <a:rPr lang="en-US" altLang="zh-CN" sz="900" dirty="0" smtClean="0">
                <a:solidFill>
                  <a:srgbClr val="FFFFFF">
                    <a:lumMod val="65000"/>
                  </a:srgbClr>
                </a:solidFill>
                <a:latin typeface="华文黑体_易方达" panose="02010600040101010101" pitchFamily="2" charset="-122"/>
                <a:ea typeface="华文黑体_易方达" panose="02010600040101010101" pitchFamily="2" charset="-122"/>
              </a:rPr>
              <a:t>Arial</a:t>
            </a:r>
            <a:r>
              <a:rPr lang="zh-CN" altLang="en-US" sz="900" dirty="0" smtClean="0">
                <a:solidFill>
                  <a:srgbClr val="FFFFFF">
                    <a:lumMod val="65000"/>
                  </a:srgbClr>
                </a:solidFill>
                <a:latin typeface="华文黑体_易方达" panose="02010600040101010101" pitchFamily="2" charset="-122"/>
                <a:ea typeface="华文黑体_易方达" panose="02010600040101010101" pitchFamily="2" charset="-122"/>
              </a:rPr>
              <a:t>，</a:t>
            </a:r>
            <a:r>
              <a:rPr lang="en-US" altLang="zh-CN" sz="900" dirty="0" smtClean="0">
                <a:solidFill>
                  <a:srgbClr val="FFFFFF">
                    <a:lumMod val="65000"/>
                  </a:srgbClr>
                </a:solidFill>
                <a:latin typeface="华文黑体_易方达" panose="02010600040101010101" pitchFamily="2" charset="-122"/>
                <a:ea typeface="华文黑体_易方达" panose="02010600040101010101" pitchFamily="2" charset="-122"/>
              </a:rPr>
              <a:t>14</a:t>
            </a:r>
            <a:r>
              <a:rPr lang="zh-CN" altLang="en-US" sz="900" dirty="0" smtClean="0">
                <a:solidFill>
                  <a:srgbClr val="FFFFFF">
                    <a:lumMod val="65000"/>
                  </a:srgbClr>
                </a:solidFill>
                <a:latin typeface="华文黑体_易方达" panose="02010600040101010101" pitchFamily="2" charset="-122"/>
                <a:ea typeface="华文黑体_易方达" panose="02010600040101010101" pitchFamily="2" charset="-122"/>
              </a:rPr>
              <a:t>号；英文或数字：</a:t>
            </a:r>
            <a:r>
              <a:rPr lang="en-US" altLang="zh-CN" sz="900" dirty="0" smtClean="0">
                <a:solidFill>
                  <a:srgbClr val="FFFFFF">
                    <a:lumMod val="65000"/>
                  </a:srgbClr>
                </a:solidFill>
                <a:latin typeface="华文黑体_易方达" panose="02010600040101010101" pitchFamily="2" charset="-122"/>
                <a:ea typeface="华文黑体_易方达" panose="02010600040101010101" pitchFamily="2" charset="-122"/>
              </a:rPr>
              <a:t>Arial</a:t>
            </a:r>
            <a:r>
              <a:rPr lang="zh-CN" altLang="en-US" sz="900" dirty="0" smtClean="0">
                <a:solidFill>
                  <a:srgbClr val="FFFFFF">
                    <a:lumMod val="65000"/>
                  </a:srgbClr>
                </a:solidFill>
                <a:latin typeface="华文黑体_易方达" panose="02010600040101010101" pitchFamily="2" charset="-122"/>
                <a:ea typeface="华文黑体_易方达" panose="02010600040101010101" pitchFamily="2" charset="-122"/>
              </a:rPr>
              <a:t>，</a:t>
            </a:r>
            <a:r>
              <a:rPr lang="en-US" altLang="zh-CN" sz="900" dirty="0" smtClean="0">
                <a:solidFill>
                  <a:srgbClr val="FFFFFF">
                    <a:lumMod val="65000"/>
                  </a:srgbClr>
                </a:solidFill>
                <a:latin typeface="华文黑体_易方达" panose="02010600040101010101" pitchFamily="2" charset="-122"/>
                <a:ea typeface="华文黑体_易方达" panose="02010600040101010101" pitchFamily="2" charset="-122"/>
              </a:rPr>
              <a:t>14</a:t>
            </a:r>
            <a:r>
              <a:rPr lang="zh-CN" altLang="en-US" sz="900" dirty="0" smtClean="0">
                <a:solidFill>
                  <a:srgbClr val="FFFFFF">
                    <a:lumMod val="65000"/>
                  </a:srgbClr>
                </a:solidFill>
                <a:latin typeface="华文黑体_易方达" panose="02010600040101010101" pitchFamily="2" charset="-122"/>
                <a:ea typeface="华文黑体_易方达" panose="02010600040101010101" pitchFamily="2" charset="-122"/>
              </a:rPr>
              <a:t>号</a:t>
            </a:r>
            <a:endParaRPr lang="en-US" altLang="zh-CN" sz="900" dirty="0" smtClean="0">
              <a:solidFill>
                <a:srgbClr val="FFFFFF">
                  <a:lumMod val="65000"/>
                </a:srgbClr>
              </a:solidFill>
              <a:latin typeface="华文黑体_易方达" panose="02010600040101010101" pitchFamily="2" charset="-122"/>
              <a:ea typeface="华文黑体_易方达" panose="02010600040101010101" pitchFamily="2" charset="-122"/>
            </a:endParaRPr>
          </a:p>
          <a:p>
            <a:endParaRPr lang="en-US" altLang="zh-CN" sz="900" dirty="0" smtClean="0">
              <a:solidFill>
                <a:srgbClr val="FFFFFF">
                  <a:lumMod val="65000"/>
                </a:srgbClr>
              </a:solidFill>
              <a:latin typeface="华文黑体_易方达" panose="02010600040101010101" pitchFamily="2" charset="-122"/>
              <a:ea typeface="华文黑体_易方达" panose="02010600040101010101" pitchFamily="2" charset="-122"/>
            </a:endParaRPr>
          </a:p>
          <a:p>
            <a:endParaRPr lang="en-US" altLang="zh-CN" sz="900" dirty="0" smtClean="0">
              <a:solidFill>
                <a:srgbClr val="FFFFFF">
                  <a:lumMod val="65000"/>
                </a:srgbClr>
              </a:solidFill>
              <a:latin typeface="华文黑体_易方达" panose="02010600040101010101" pitchFamily="2" charset="-122"/>
              <a:ea typeface="华文黑体_易方达" panose="02010600040101010101" pitchFamily="2" charset="-122"/>
            </a:endParaRPr>
          </a:p>
          <a:p>
            <a:endParaRPr lang="en-US" altLang="zh-CN" sz="900" dirty="0" smtClean="0">
              <a:solidFill>
                <a:srgbClr val="FFFFFF">
                  <a:lumMod val="65000"/>
                </a:srgbClr>
              </a:solidFill>
              <a:latin typeface="华文黑体_易方达" panose="02010600040101010101" pitchFamily="2" charset="-122"/>
              <a:ea typeface="华文黑体_易方达" panose="02010600040101010101" pitchFamily="2" charset="-122"/>
            </a:endParaRPr>
          </a:p>
          <a:p>
            <a:endParaRPr lang="en-US" altLang="zh-CN" sz="900" dirty="0" smtClean="0">
              <a:solidFill>
                <a:srgbClr val="FFFFFF">
                  <a:lumMod val="65000"/>
                </a:srgbClr>
              </a:solidFill>
              <a:latin typeface="华文黑体_易方达" panose="02010600040101010101" pitchFamily="2" charset="-122"/>
              <a:ea typeface="华文黑体_易方达" panose="02010600040101010101" pitchFamily="2" charset="-122"/>
            </a:endParaRPr>
          </a:p>
          <a:p>
            <a:r>
              <a:rPr lang="en-US" altLang="zh-CN" sz="900" dirty="0" smtClean="0">
                <a:solidFill>
                  <a:srgbClr val="FFFFFF">
                    <a:lumMod val="65000"/>
                  </a:srgbClr>
                </a:solidFill>
                <a:latin typeface="华文黑体_易方达" panose="02010600040101010101" pitchFamily="2" charset="-122"/>
                <a:ea typeface="华文黑体_易方达" panose="02010600040101010101" pitchFamily="2" charset="-122"/>
              </a:rPr>
              <a:t>5. </a:t>
            </a:r>
            <a:r>
              <a:rPr lang="zh-CN" altLang="en-US" sz="900" dirty="0" smtClean="0">
                <a:solidFill>
                  <a:srgbClr val="FFFFFF">
                    <a:lumMod val="65000"/>
                  </a:srgbClr>
                </a:solidFill>
                <a:latin typeface="华文黑体_易方达" panose="02010600040101010101" pitchFamily="2" charset="-122"/>
                <a:ea typeface="华文黑体_易方达" panose="02010600040101010101" pitchFamily="2" charset="-122"/>
              </a:rPr>
              <a:t>免责提示不能删去，底色不能修改</a:t>
            </a:r>
          </a:p>
        </p:txBody>
      </p:sp>
      <p:pic>
        <p:nvPicPr>
          <p:cNvPr id="10" name="图片 9"/>
          <p:cNvPicPr>
            <a:picLocks noChangeAspect="1"/>
          </p:cNvPicPr>
          <p:nvPr userDrawn="1"/>
        </p:nvPicPr>
        <p:blipFill>
          <a:blip r:embed="rId4">
            <a:extLst>
              <a:ext uri="{28A0092B-C50C-407E-A947-70E740481C1C}">
                <a14:useLocalDpi xmlns:a14="http://schemas.microsoft.com/office/drawing/2010/main" val="0"/>
              </a:ext>
            </a:extLst>
          </a:blip>
          <a:stretch>
            <a:fillRect/>
          </a:stretch>
        </p:blipFill>
        <p:spPr>
          <a:xfrm>
            <a:off x="7253163" y="4443086"/>
            <a:ext cx="1480616" cy="629304"/>
          </a:xfrm>
          <a:prstGeom prst="rect">
            <a:avLst/>
          </a:prstGeom>
        </p:spPr>
      </p:pic>
      <p:sp>
        <p:nvSpPr>
          <p:cNvPr id="12" name="矩形 11"/>
          <p:cNvSpPr/>
          <p:nvPr userDrawn="1"/>
        </p:nvSpPr>
        <p:spPr>
          <a:xfrm>
            <a:off x="281663" y="3925675"/>
            <a:ext cx="1645002" cy="276999"/>
          </a:xfrm>
          <a:prstGeom prst="rect">
            <a:avLst/>
          </a:prstGeom>
        </p:spPr>
        <p:txBody>
          <a:bodyPr wrap="none">
            <a:spAutoFit/>
          </a:bodyPr>
          <a:lstStyle/>
          <a:p>
            <a:r>
              <a:rPr lang="en-US" altLang="zh-CN" sz="1200" dirty="0" smtClean="0">
                <a:solidFill>
                  <a:schemeClr val="accent1"/>
                </a:solidFill>
                <a:latin typeface="Arial" panose="020B0604020202020204" pitchFamily="34" charset="0"/>
                <a:ea typeface="华文黑体_易方达" panose="02010600040101010101" pitchFamily="2" charset="-122"/>
                <a:cs typeface="Arial" panose="020B0604020202020204" pitchFamily="34" charset="0"/>
              </a:rPr>
              <a:t>For Internal Use Only</a:t>
            </a:r>
            <a:endParaRPr lang="zh-CN" altLang="en-US" sz="1200" dirty="0" smtClean="0">
              <a:solidFill>
                <a:schemeClr val="accent1"/>
              </a:solidFill>
              <a:latin typeface="Arial" panose="020B0604020202020204" pitchFamily="34" charset="0"/>
              <a:ea typeface="华文黑体_易方达" panose="02010600040101010101" pitchFamily="2" charset="-122"/>
              <a:cs typeface="Arial" panose="020B0604020202020204" pitchFamily="34" charset="0"/>
            </a:endParaRPr>
          </a:p>
        </p:txBody>
      </p:sp>
    </p:spTree>
    <p:extLst>
      <p:ext uri="{BB962C8B-B14F-4D97-AF65-F5344CB8AC3E}">
        <p14:creationId xmlns:p14="http://schemas.microsoft.com/office/powerpoint/2010/main" val="1631042700"/>
      </p:ext>
    </p:extLst>
  </p:cSld>
  <p:clrMapOvr>
    <a:masterClrMapping/>
  </p:clrMapOvr>
  <p:timing>
    <p:tnLst>
      <p:par>
        <p:cTn id="1" dur="indefinite" restart="never" nodeType="tmRoot"/>
      </p:par>
    </p:tnLst>
  </p:timing>
</p:sldLayout>
</file>

<file path=ppt/slideLayouts/slideLayout8.xml><?xml version="1.0" encoding="utf-8"?>
<p:sldLayout xmlns:a="http://schemas.openxmlformats.org/drawingml/2006/main" xmlns:r="http://schemas.openxmlformats.org/officeDocument/2006/relationships" xmlns:p="http://schemas.openxmlformats.org/presentationml/2006/main" preserve="1" userDrawn="1">
  <p:cSld name="章节页">
    <p:spTree>
      <p:nvGrpSpPr>
        <p:cNvPr id="1" name=""/>
        <p:cNvGrpSpPr/>
        <p:nvPr/>
      </p:nvGrpSpPr>
      <p:grpSpPr>
        <a:xfrm>
          <a:off x="0" y="0"/>
          <a:ext cx="0" cy="0"/>
          <a:chOff x="0" y="0"/>
          <a:chExt cx="0" cy="0"/>
        </a:xfrm>
      </p:grpSpPr>
      <p:pic>
        <p:nvPicPr>
          <p:cNvPr id="7" name="Picture 6" descr="Bar_1.png"/>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0" y="0"/>
            <a:ext cx="9144000" cy="792480"/>
          </a:xfrm>
          <a:prstGeom prst="rect">
            <a:avLst/>
          </a:prstGeom>
        </p:spPr>
      </p:pic>
      <p:sp>
        <p:nvSpPr>
          <p:cNvPr id="5" name="Rectangle 21"/>
          <p:cNvSpPr>
            <a:spLocks noGrp="1" noChangeArrowheads="1"/>
          </p:cNvSpPr>
          <p:nvPr>
            <p:ph type="title" hasCustomPrompt="1"/>
          </p:nvPr>
        </p:nvSpPr>
        <p:spPr bwMode="auto">
          <a:xfrm>
            <a:off x="380093" y="1439173"/>
            <a:ext cx="2735640" cy="268047"/>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 uri="{FAA26D3D-D897-4be2-8F04-BA451C77F1D7}">
              <ma14:placeholderFlag xmlns="" xmlns:ma14="http://schemas.microsoft.com/office/mac/drawingml/2011/main" val="1"/>
            </a:ext>
          </a:extLst>
        </p:spPr>
        <p:txBody>
          <a:bodyPr vert="horz" wrap="square" lIns="0" tIns="0" rIns="0" bIns="45720" numCol="1" anchor="t" anchorCtr="0" compatLnSpc="1">
            <a:prstTxWarp prst="textNoShape">
              <a:avLst/>
            </a:prstTxWarp>
          </a:bodyPr>
          <a:lstStyle>
            <a:lvl1pPr marL="0" marR="0" indent="0" algn="l" defTabSz="914400" rtl="0" eaLnBrk="1" fontAlgn="base" latinLnBrk="0" hangingPunct="1">
              <a:lnSpc>
                <a:spcPct val="100000"/>
              </a:lnSpc>
              <a:spcBef>
                <a:spcPct val="0"/>
              </a:spcBef>
              <a:spcAft>
                <a:spcPct val="0"/>
              </a:spcAft>
              <a:buClrTx/>
              <a:buSzTx/>
              <a:buFontTx/>
              <a:buNone/>
              <a:tabLst/>
              <a:defRPr sz="1400">
                <a:solidFill>
                  <a:srgbClr val="005096"/>
                </a:solidFill>
                <a:latin typeface="+mj-lt"/>
                <a:ea typeface="华文黑体_易方达" panose="02010600040101010101" pitchFamily="2" charset="-122"/>
              </a:defRPr>
            </a:lvl1pPr>
          </a:lstStyle>
          <a:p>
            <a:pPr lvl="0"/>
            <a:r>
              <a:rPr lang="en-US" altLang="zh-CN" dirty="0" smtClean="0"/>
              <a:t>Click  to add title</a:t>
            </a:r>
            <a:endParaRPr lang="zh-CN" altLang="en-US" dirty="0" smtClean="0"/>
          </a:p>
        </p:txBody>
      </p:sp>
      <p:sp>
        <p:nvSpPr>
          <p:cNvPr id="17" name="Rectangle 22"/>
          <p:cNvSpPr>
            <a:spLocks noGrp="1" noChangeAspect="1" noChangeArrowheads="1"/>
          </p:cNvSpPr>
          <p:nvPr>
            <p:ph idx="1" hasCustomPrompt="1"/>
          </p:nvPr>
        </p:nvSpPr>
        <p:spPr bwMode="auto">
          <a:xfrm>
            <a:off x="336351" y="2244696"/>
            <a:ext cx="5801981" cy="1181168"/>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 uri="{FAA26D3D-D897-4be2-8F04-BA451C77F1D7}">
              <ma14:placeholderFlag xmlns="" xmlns:ma14="http://schemas.microsoft.com/office/mac/drawingml/2011/main" val="1"/>
            </a:ext>
          </a:extLst>
        </p:spPr>
        <p:txBody>
          <a:bodyPr vert="horz" wrap="square" lIns="0" tIns="0" rIns="0" bIns="0" numCol="1" anchor="t" anchorCtr="0" compatLnSpc="1">
            <a:prstTxWarp prst="textNoShape">
              <a:avLst/>
            </a:prstTxWarp>
          </a:bodyPr>
          <a:lstStyle>
            <a:lvl1pPr marL="0" indent="0" algn="l">
              <a:lnSpc>
                <a:spcPts val="3300"/>
              </a:lnSpc>
              <a:buFontTx/>
              <a:buNone/>
              <a:defRPr sz="2800" b="1" i="0" baseline="0">
                <a:solidFill>
                  <a:srgbClr val="005096"/>
                </a:solidFill>
                <a:latin typeface="+mj-lt"/>
                <a:ea typeface="华文黑体_易方达" panose="02010600040101010101" pitchFamily="2" charset="-122"/>
                <a:cs typeface="华文黑体"/>
              </a:defRPr>
            </a:lvl1pPr>
            <a:lvl2pPr algn="l">
              <a:lnSpc>
                <a:spcPts val="2400"/>
              </a:lnSpc>
              <a:buFontTx/>
              <a:buNone/>
              <a:defRPr sz="1500" baseline="0">
                <a:solidFill>
                  <a:schemeClr val="bg1"/>
                </a:solidFill>
                <a:latin typeface="Arial"/>
              </a:defRPr>
            </a:lvl2pPr>
            <a:lvl3pPr>
              <a:buFontTx/>
              <a:buNone/>
              <a:defRPr/>
            </a:lvl3pPr>
            <a:lvl4pPr>
              <a:buFontTx/>
              <a:buNone/>
              <a:defRPr/>
            </a:lvl4pPr>
            <a:lvl5pPr>
              <a:buFontTx/>
              <a:buNone/>
              <a:defRPr/>
            </a:lvl5pPr>
          </a:lstStyle>
          <a:p>
            <a:pPr lvl="0"/>
            <a:r>
              <a:rPr lang="en-US" altLang="zh-CN" dirty="0" smtClean="0"/>
              <a:t>Click  to add title</a:t>
            </a:r>
            <a:endParaRPr lang="en-US" dirty="0" smtClean="0"/>
          </a:p>
        </p:txBody>
      </p:sp>
      <p:sp>
        <p:nvSpPr>
          <p:cNvPr id="2" name="矩形 1"/>
          <p:cNvSpPr/>
          <p:nvPr userDrawn="1"/>
        </p:nvSpPr>
        <p:spPr>
          <a:xfrm>
            <a:off x="-1343560" y="396240"/>
            <a:ext cx="1316522" cy="3970318"/>
          </a:xfrm>
          <a:prstGeom prst="rect">
            <a:avLst/>
          </a:prstGeom>
        </p:spPr>
        <p:txBody>
          <a:bodyPr wrap="square">
            <a:spAutoFit/>
          </a:bodyPr>
          <a:lstStyle/>
          <a:p>
            <a:pPr>
              <a:defRPr/>
            </a:pPr>
            <a:r>
              <a:rPr lang="en-US" altLang="zh-CN" sz="900" dirty="0" smtClean="0">
                <a:solidFill>
                  <a:srgbClr val="FFFFFF">
                    <a:lumMod val="65000"/>
                  </a:srgbClr>
                </a:solidFill>
                <a:latin typeface="华文黑体_易方达" panose="02010600040101010101" pitchFamily="2" charset="-122"/>
                <a:ea typeface="华文黑体_易方达" panose="02010600040101010101" pitchFamily="2" charset="-122"/>
              </a:rPr>
              <a:t>1.</a:t>
            </a:r>
            <a:r>
              <a:rPr lang="zh-CN" altLang="en-US" sz="900" dirty="0" smtClean="0">
                <a:solidFill>
                  <a:srgbClr val="FFFFFF">
                    <a:lumMod val="65000"/>
                  </a:srgbClr>
                </a:solidFill>
                <a:latin typeface="华文黑体_易方达" panose="02010600040101010101" pitchFamily="2" charset="-122"/>
                <a:ea typeface="华文黑体_易方达" panose="02010600040101010101" pitchFamily="2" charset="-122"/>
              </a:rPr>
              <a:t>页面主标题：</a:t>
            </a:r>
            <a:r>
              <a:rPr lang="en-US" altLang="zh-CN" sz="900" dirty="0" smtClean="0">
                <a:solidFill>
                  <a:srgbClr val="FFFFFF">
                    <a:lumMod val="65000"/>
                  </a:srgbClr>
                </a:solidFill>
                <a:latin typeface="华文黑体_易方达" panose="02010600040101010101" pitchFamily="2" charset="-122"/>
                <a:ea typeface="华文黑体_易方达" panose="02010600040101010101" pitchFamily="2" charset="-122"/>
              </a:rPr>
              <a:t>Arial</a:t>
            </a:r>
            <a:r>
              <a:rPr lang="zh-CN" altLang="en-US" sz="900" dirty="0" smtClean="0">
                <a:solidFill>
                  <a:srgbClr val="FFFFFF">
                    <a:lumMod val="65000"/>
                  </a:srgbClr>
                </a:solidFill>
                <a:latin typeface="华文黑体_易方达" panose="02010600040101010101" pitchFamily="2" charset="-122"/>
                <a:ea typeface="华文黑体_易方达" panose="02010600040101010101" pitchFamily="2" charset="-122"/>
              </a:rPr>
              <a:t>，23号加粗，颜色：白色 </a:t>
            </a:r>
            <a:endParaRPr lang="en-US" altLang="zh-CN" sz="900" dirty="0" smtClean="0">
              <a:solidFill>
                <a:srgbClr val="FFFFFF">
                  <a:lumMod val="65000"/>
                </a:srgbClr>
              </a:solidFill>
              <a:latin typeface="华文黑体_易方达" panose="02010600040101010101" pitchFamily="2" charset="-122"/>
              <a:ea typeface="华文黑体_易方达" panose="02010600040101010101" pitchFamily="2" charset="-122"/>
            </a:endParaRPr>
          </a:p>
          <a:p>
            <a:endParaRPr lang="en-US" altLang="zh-CN" sz="900" dirty="0" smtClean="0">
              <a:solidFill>
                <a:srgbClr val="FFFFFF">
                  <a:lumMod val="65000"/>
                </a:srgbClr>
              </a:solidFill>
              <a:latin typeface="华文黑体_易方达" panose="02010600040101010101" pitchFamily="2" charset="-122"/>
              <a:ea typeface="华文黑体_易方达" panose="02010600040101010101" pitchFamily="2" charset="-122"/>
            </a:endParaRPr>
          </a:p>
          <a:p>
            <a:endParaRPr lang="en-US" altLang="zh-CN" sz="900" dirty="0" smtClean="0">
              <a:solidFill>
                <a:srgbClr val="FFFFFF">
                  <a:lumMod val="65000"/>
                </a:srgbClr>
              </a:solidFill>
              <a:latin typeface="华文黑体_易方达" panose="02010600040101010101" pitchFamily="2" charset="-122"/>
              <a:ea typeface="华文黑体_易方达" panose="02010600040101010101" pitchFamily="2" charset="-122"/>
            </a:endParaRPr>
          </a:p>
          <a:p>
            <a:endParaRPr lang="en-US" altLang="zh-CN" sz="900" dirty="0" smtClean="0">
              <a:solidFill>
                <a:srgbClr val="FFFFFF">
                  <a:lumMod val="65000"/>
                </a:srgbClr>
              </a:solidFill>
              <a:latin typeface="华文黑体_易方达" panose="02010600040101010101" pitchFamily="2" charset="-122"/>
              <a:ea typeface="华文黑体_易方达" panose="02010600040101010101" pitchFamily="2" charset="-122"/>
            </a:endParaRPr>
          </a:p>
          <a:p>
            <a:endParaRPr lang="en-US" altLang="zh-CN" sz="900" dirty="0" smtClean="0">
              <a:solidFill>
                <a:srgbClr val="FFFFFF">
                  <a:lumMod val="65000"/>
                </a:srgbClr>
              </a:solidFill>
              <a:latin typeface="华文黑体_易方达" panose="02010600040101010101" pitchFamily="2" charset="-122"/>
              <a:ea typeface="华文黑体_易方达" panose="02010600040101010101" pitchFamily="2" charset="-122"/>
            </a:endParaRPr>
          </a:p>
          <a:p>
            <a:r>
              <a:rPr lang="en-US" altLang="zh-CN" sz="900" dirty="0" smtClean="0">
                <a:solidFill>
                  <a:srgbClr val="FFFFFF">
                    <a:lumMod val="65000"/>
                  </a:srgbClr>
                </a:solidFill>
                <a:latin typeface="华文黑体_易方达" panose="02010600040101010101" pitchFamily="2" charset="-122"/>
                <a:ea typeface="华文黑体_易方达" panose="02010600040101010101" pitchFamily="2" charset="-122"/>
              </a:rPr>
              <a:t>2.</a:t>
            </a:r>
            <a:r>
              <a:rPr lang="zh-CN" altLang="en-US" sz="900" dirty="0" smtClean="0">
                <a:solidFill>
                  <a:srgbClr val="FFFFFF">
                    <a:lumMod val="65000"/>
                  </a:srgbClr>
                </a:solidFill>
                <a:latin typeface="华文黑体_易方达" panose="02010600040101010101" pitchFamily="2" charset="-122"/>
                <a:ea typeface="华文黑体_易方达" panose="02010600040101010101" pitchFamily="2" charset="-122"/>
              </a:rPr>
              <a:t>目录页章节序号：Arial，2</a:t>
            </a:r>
            <a:r>
              <a:rPr lang="en-US" altLang="zh-CN" sz="900" dirty="0" smtClean="0">
                <a:solidFill>
                  <a:srgbClr val="FFFFFF">
                    <a:lumMod val="65000"/>
                  </a:srgbClr>
                </a:solidFill>
                <a:latin typeface="华文黑体_易方达" panose="02010600040101010101" pitchFamily="2" charset="-122"/>
                <a:ea typeface="华文黑体_易方达" panose="02010600040101010101" pitchFamily="2" charset="-122"/>
              </a:rPr>
              <a:t>8</a:t>
            </a:r>
            <a:r>
              <a:rPr lang="zh-CN" altLang="en-US" sz="900" dirty="0" smtClean="0">
                <a:solidFill>
                  <a:srgbClr val="FFFFFF">
                    <a:lumMod val="65000"/>
                  </a:srgbClr>
                </a:solidFill>
                <a:latin typeface="华文黑体_易方达" panose="02010600040101010101" pitchFamily="2" charset="-122"/>
                <a:ea typeface="华文黑体_易方达" panose="02010600040101010101" pitchFamily="2" charset="-122"/>
              </a:rPr>
              <a:t>号，加粗目录正文：Arial，</a:t>
            </a:r>
            <a:r>
              <a:rPr lang="en-US" altLang="zh-CN" sz="900" dirty="0" smtClean="0">
                <a:solidFill>
                  <a:srgbClr val="FFFFFF">
                    <a:lumMod val="65000"/>
                  </a:srgbClr>
                </a:solidFill>
                <a:latin typeface="华文黑体_易方达" panose="02010600040101010101" pitchFamily="2" charset="-122"/>
                <a:ea typeface="华文黑体_易方达" panose="02010600040101010101" pitchFamily="2" charset="-122"/>
              </a:rPr>
              <a:t>18</a:t>
            </a:r>
            <a:r>
              <a:rPr lang="zh-CN" altLang="en-US" sz="900" dirty="0" smtClean="0">
                <a:solidFill>
                  <a:srgbClr val="FFFFFF">
                    <a:lumMod val="65000"/>
                  </a:srgbClr>
                </a:solidFill>
                <a:latin typeface="华文黑体_易方达" panose="02010600040101010101" pitchFamily="2" charset="-122"/>
                <a:ea typeface="华文黑体_易方达" panose="02010600040101010101" pitchFamily="2" charset="-122"/>
              </a:rPr>
              <a:t>号，不加粗</a:t>
            </a:r>
            <a:endParaRPr lang="en-US" altLang="zh-CN" sz="900" dirty="0" smtClean="0">
              <a:solidFill>
                <a:srgbClr val="FFFFFF">
                  <a:lumMod val="65000"/>
                </a:srgbClr>
              </a:solidFill>
              <a:latin typeface="华文黑体_易方达" panose="02010600040101010101" pitchFamily="2" charset="-122"/>
              <a:ea typeface="华文黑体_易方达" panose="02010600040101010101" pitchFamily="2" charset="-122"/>
            </a:endParaRPr>
          </a:p>
          <a:p>
            <a:endParaRPr lang="en-US" altLang="zh-CN" sz="900" dirty="0" smtClean="0">
              <a:solidFill>
                <a:srgbClr val="FFFFFF">
                  <a:lumMod val="65000"/>
                </a:srgbClr>
              </a:solidFill>
              <a:latin typeface="华文黑体_易方达" panose="02010600040101010101" pitchFamily="2" charset="-122"/>
              <a:ea typeface="华文黑体_易方达" panose="02010600040101010101" pitchFamily="2" charset="-122"/>
            </a:endParaRPr>
          </a:p>
          <a:p>
            <a:endParaRPr lang="en-US" altLang="zh-CN" sz="900" dirty="0" smtClean="0">
              <a:solidFill>
                <a:srgbClr val="FFFFFF">
                  <a:lumMod val="65000"/>
                </a:srgbClr>
              </a:solidFill>
              <a:latin typeface="华文黑体_易方达" panose="02010600040101010101" pitchFamily="2" charset="-122"/>
              <a:ea typeface="华文黑体_易方达" panose="02010600040101010101" pitchFamily="2" charset="-122"/>
            </a:endParaRPr>
          </a:p>
          <a:p>
            <a:endParaRPr lang="en-US" altLang="zh-CN" sz="900" dirty="0" smtClean="0">
              <a:solidFill>
                <a:srgbClr val="FFFFFF">
                  <a:lumMod val="65000"/>
                </a:srgbClr>
              </a:solidFill>
              <a:latin typeface="华文黑体_易方达" panose="02010600040101010101" pitchFamily="2" charset="-122"/>
              <a:ea typeface="华文黑体_易方达" panose="02010600040101010101" pitchFamily="2" charset="-122"/>
            </a:endParaRPr>
          </a:p>
          <a:p>
            <a:r>
              <a:rPr lang="zh-CN" altLang="en-US" sz="900" dirty="0" smtClean="0">
                <a:solidFill>
                  <a:srgbClr val="FFFFFF">
                    <a:lumMod val="65000"/>
                  </a:srgbClr>
                </a:solidFill>
                <a:latin typeface="华文黑体_易方达" panose="02010600040101010101" pitchFamily="2" charset="-122"/>
                <a:ea typeface="华文黑体_易方达" panose="02010600040101010101" pitchFamily="2" charset="-122"/>
              </a:rPr>
              <a:t> </a:t>
            </a:r>
            <a:endParaRPr lang="en-US" altLang="zh-CN" sz="900" dirty="0" smtClean="0">
              <a:solidFill>
                <a:srgbClr val="FFFFFF">
                  <a:lumMod val="65000"/>
                </a:srgbClr>
              </a:solidFill>
              <a:latin typeface="华文黑体_易方达" panose="02010600040101010101" pitchFamily="2" charset="-122"/>
              <a:ea typeface="华文黑体_易方达" panose="02010600040101010101" pitchFamily="2" charset="-122"/>
            </a:endParaRPr>
          </a:p>
          <a:p>
            <a:pPr>
              <a:defRPr/>
            </a:pPr>
            <a:r>
              <a:rPr lang="en-US" altLang="zh-CN" sz="900" dirty="0" smtClean="0">
                <a:solidFill>
                  <a:srgbClr val="FFFFFF">
                    <a:lumMod val="65000"/>
                  </a:srgbClr>
                </a:solidFill>
                <a:latin typeface="华文黑体_易方达" panose="02010600040101010101" pitchFamily="2" charset="-122"/>
                <a:ea typeface="华文黑体_易方达" panose="02010600040101010101" pitchFamily="2" charset="-122"/>
              </a:rPr>
              <a:t>3</a:t>
            </a:r>
            <a:r>
              <a:rPr lang="zh-CN" altLang="en-US" sz="900" dirty="0" smtClean="0">
                <a:solidFill>
                  <a:srgbClr val="FFFFFF">
                    <a:lumMod val="65000"/>
                  </a:srgbClr>
                </a:solidFill>
                <a:latin typeface="华文黑体_易方达" panose="02010600040101010101" pitchFamily="2" charset="-122"/>
                <a:ea typeface="华文黑体_易方达" panose="02010600040101010101" pitchFamily="2" charset="-122"/>
              </a:rPr>
              <a:t>. 章节页序号：Arial，</a:t>
            </a:r>
            <a:r>
              <a:rPr lang="en-US" altLang="zh-CN" sz="900" dirty="0" smtClean="0">
                <a:solidFill>
                  <a:srgbClr val="FFFFFF">
                    <a:lumMod val="65000"/>
                  </a:srgbClr>
                </a:solidFill>
                <a:latin typeface="华文黑体_易方达" panose="02010600040101010101" pitchFamily="2" charset="-122"/>
                <a:ea typeface="华文黑体_易方达" panose="02010600040101010101" pitchFamily="2" charset="-122"/>
              </a:rPr>
              <a:t>24</a:t>
            </a:r>
            <a:r>
              <a:rPr lang="zh-CN" altLang="en-US" sz="900" dirty="0" smtClean="0">
                <a:solidFill>
                  <a:srgbClr val="FFFFFF">
                    <a:lumMod val="65000"/>
                  </a:srgbClr>
                </a:solidFill>
                <a:latin typeface="华文黑体_易方达" panose="02010600040101010101" pitchFamily="2" charset="-122"/>
                <a:ea typeface="华文黑体_易方达" panose="02010600040101010101" pitchFamily="2" charset="-122"/>
              </a:rPr>
              <a:t>号，加粗</a:t>
            </a:r>
            <a:endParaRPr lang="en-US" altLang="zh-CN" sz="900" dirty="0" smtClean="0">
              <a:solidFill>
                <a:srgbClr val="FFFFFF">
                  <a:lumMod val="65000"/>
                </a:srgbClr>
              </a:solidFill>
              <a:latin typeface="华文黑体_易方达" panose="02010600040101010101" pitchFamily="2" charset="-122"/>
              <a:ea typeface="华文黑体_易方达" panose="02010600040101010101" pitchFamily="2" charset="-122"/>
            </a:endParaRPr>
          </a:p>
          <a:p>
            <a:pPr>
              <a:defRPr/>
            </a:pPr>
            <a:r>
              <a:rPr lang="zh-CN" altLang="en-US" sz="900" dirty="0" smtClean="0">
                <a:solidFill>
                  <a:srgbClr val="FFFFFF">
                    <a:lumMod val="65000"/>
                  </a:srgbClr>
                </a:solidFill>
                <a:latin typeface="华文黑体_易方达" panose="02010600040101010101" pitchFamily="2" charset="-122"/>
                <a:ea typeface="华文黑体_易方达" panose="02010600040101010101" pitchFamily="2" charset="-122"/>
              </a:rPr>
              <a:t>页面主标题：</a:t>
            </a:r>
            <a:r>
              <a:rPr lang="en-US" altLang="zh-CN" sz="900" dirty="0" smtClean="0">
                <a:solidFill>
                  <a:srgbClr val="FFFFFF">
                    <a:lumMod val="65000"/>
                  </a:srgbClr>
                </a:solidFill>
                <a:latin typeface="华文黑体_易方达" panose="02010600040101010101" pitchFamily="2" charset="-122"/>
                <a:ea typeface="华文黑体_易方达" panose="02010600040101010101" pitchFamily="2" charset="-122"/>
              </a:rPr>
              <a:t>Arial</a:t>
            </a:r>
            <a:r>
              <a:rPr lang="zh-CN" altLang="en-US" sz="900" dirty="0" smtClean="0">
                <a:solidFill>
                  <a:srgbClr val="FFFFFF">
                    <a:lumMod val="65000"/>
                  </a:srgbClr>
                </a:solidFill>
                <a:latin typeface="华文黑体_易方达" panose="02010600040101010101" pitchFamily="2" charset="-122"/>
                <a:ea typeface="华文黑体_易方达" panose="02010600040101010101" pitchFamily="2" charset="-122"/>
              </a:rPr>
              <a:t>，2</a:t>
            </a:r>
            <a:r>
              <a:rPr lang="en-US" altLang="zh-CN" sz="900" dirty="0" smtClean="0">
                <a:solidFill>
                  <a:srgbClr val="FFFFFF">
                    <a:lumMod val="65000"/>
                  </a:srgbClr>
                </a:solidFill>
                <a:latin typeface="华文黑体_易方达" panose="02010600040101010101" pitchFamily="2" charset="-122"/>
                <a:ea typeface="华文黑体_易方达" panose="02010600040101010101" pitchFamily="2" charset="-122"/>
              </a:rPr>
              <a:t>8</a:t>
            </a:r>
            <a:r>
              <a:rPr lang="zh-CN" altLang="en-US" sz="900" dirty="0" smtClean="0">
                <a:solidFill>
                  <a:srgbClr val="FFFFFF">
                    <a:lumMod val="65000"/>
                  </a:srgbClr>
                </a:solidFill>
                <a:latin typeface="华文黑体_易方达" panose="02010600040101010101" pitchFamily="2" charset="-122"/>
                <a:ea typeface="华文黑体_易方达" panose="02010600040101010101" pitchFamily="2" charset="-122"/>
              </a:rPr>
              <a:t>号 </a:t>
            </a:r>
            <a:endParaRPr lang="en-US" altLang="zh-CN" sz="900" dirty="0" smtClean="0">
              <a:solidFill>
                <a:srgbClr val="FFFFFF">
                  <a:lumMod val="65000"/>
                </a:srgbClr>
              </a:solidFill>
              <a:latin typeface="华文黑体_易方达" panose="02010600040101010101" pitchFamily="2" charset="-122"/>
              <a:ea typeface="华文黑体_易方达" panose="02010600040101010101" pitchFamily="2" charset="-122"/>
            </a:endParaRPr>
          </a:p>
          <a:p>
            <a:endParaRPr lang="en-US" altLang="zh-CN" sz="900" dirty="0" smtClean="0">
              <a:solidFill>
                <a:srgbClr val="FFFFFF">
                  <a:lumMod val="65000"/>
                </a:srgbClr>
              </a:solidFill>
              <a:latin typeface="华文黑体_易方达" panose="02010600040101010101" pitchFamily="2" charset="-122"/>
              <a:ea typeface="华文黑体_易方达" panose="02010600040101010101" pitchFamily="2" charset="-122"/>
            </a:endParaRPr>
          </a:p>
          <a:p>
            <a:endParaRPr lang="en-US" altLang="zh-CN" sz="900" dirty="0" smtClean="0">
              <a:solidFill>
                <a:srgbClr val="FFFFFF">
                  <a:lumMod val="65000"/>
                </a:srgbClr>
              </a:solidFill>
              <a:latin typeface="华文黑体_易方达" panose="02010600040101010101" pitchFamily="2" charset="-122"/>
              <a:ea typeface="华文黑体_易方达" panose="02010600040101010101" pitchFamily="2" charset="-122"/>
            </a:endParaRPr>
          </a:p>
          <a:p>
            <a:endParaRPr lang="en-US" altLang="zh-CN" sz="900" dirty="0" smtClean="0">
              <a:solidFill>
                <a:srgbClr val="FFFFFF">
                  <a:lumMod val="65000"/>
                </a:srgbClr>
              </a:solidFill>
              <a:latin typeface="华文黑体_易方达" panose="02010600040101010101" pitchFamily="2" charset="-122"/>
              <a:ea typeface="华文黑体_易方达" panose="02010600040101010101" pitchFamily="2" charset="-122"/>
            </a:endParaRPr>
          </a:p>
          <a:p>
            <a:endParaRPr lang="en-US" altLang="zh-CN" sz="900" dirty="0" smtClean="0">
              <a:solidFill>
                <a:srgbClr val="FFFFFF">
                  <a:lumMod val="65000"/>
                </a:srgbClr>
              </a:solidFill>
              <a:latin typeface="华文黑体_易方达" panose="02010600040101010101" pitchFamily="2" charset="-122"/>
              <a:ea typeface="华文黑体_易方达" panose="02010600040101010101" pitchFamily="2" charset="-122"/>
            </a:endParaRPr>
          </a:p>
          <a:p>
            <a:endParaRPr lang="en-US" altLang="zh-CN" sz="900" dirty="0" smtClean="0">
              <a:solidFill>
                <a:srgbClr val="FFFFFF">
                  <a:lumMod val="65000"/>
                </a:srgbClr>
              </a:solidFill>
              <a:latin typeface="华文黑体_易方达" panose="02010600040101010101" pitchFamily="2" charset="-122"/>
              <a:ea typeface="华文黑体_易方达" panose="02010600040101010101" pitchFamily="2" charset="-122"/>
            </a:endParaRPr>
          </a:p>
          <a:p>
            <a:endParaRPr lang="zh-CN" altLang="en-US" sz="900" dirty="0" smtClean="0">
              <a:solidFill>
                <a:srgbClr val="FFFFFF">
                  <a:lumMod val="65000"/>
                </a:srgbClr>
              </a:solidFill>
              <a:latin typeface="华文黑体_易方达" panose="02010600040101010101" pitchFamily="2" charset="-122"/>
              <a:ea typeface="华文黑体_易方达" panose="02010600040101010101" pitchFamily="2" charset="-122"/>
            </a:endParaRPr>
          </a:p>
          <a:p>
            <a:r>
              <a:rPr lang="zh-CN" altLang="en-US" sz="900" dirty="0" smtClean="0">
                <a:solidFill>
                  <a:srgbClr val="FFFFFF">
                    <a:lumMod val="65000"/>
                  </a:srgbClr>
                </a:solidFill>
                <a:latin typeface="华文黑体_易方达" panose="02010600040101010101" pitchFamily="2" charset="-122"/>
                <a:ea typeface="华文黑体_易方达" panose="02010600040101010101" pitchFamily="2" charset="-122"/>
              </a:rPr>
              <a:t>• 文字颜色统一为深蓝（R0，G80，B150</a:t>
            </a:r>
            <a:endParaRPr lang="zh-CN" altLang="en-US" sz="900" dirty="0">
              <a:solidFill>
                <a:srgbClr val="FFFFFF">
                  <a:lumMod val="65000"/>
                </a:srgbClr>
              </a:solidFill>
              <a:latin typeface="华文黑体_易方达" panose="02010600040101010101" pitchFamily="2" charset="-122"/>
              <a:ea typeface="华文黑体_易方达" panose="02010600040101010101" pitchFamily="2" charset="-122"/>
            </a:endParaRPr>
          </a:p>
        </p:txBody>
      </p:sp>
      <p:pic>
        <p:nvPicPr>
          <p:cNvPr id="9" name="图片 8"/>
          <p:cNvPicPr>
            <a:picLocks noChangeAspect="1"/>
          </p:cNvPicPr>
          <p:nvPr userDrawn="1"/>
        </p:nvPicPr>
        <p:blipFill>
          <a:blip r:embed="rId3">
            <a:extLst>
              <a:ext uri="{28A0092B-C50C-407E-A947-70E740481C1C}">
                <a14:useLocalDpi xmlns:a14="http://schemas.microsoft.com/office/drawing/2010/main" val="0"/>
              </a:ext>
            </a:extLst>
          </a:blip>
          <a:stretch>
            <a:fillRect/>
          </a:stretch>
        </p:blipFill>
        <p:spPr>
          <a:xfrm>
            <a:off x="7299995" y="81588"/>
            <a:ext cx="1480616" cy="629304"/>
          </a:xfrm>
          <a:prstGeom prst="rect">
            <a:avLst/>
          </a:prstGeom>
        </p:spPr>
      </p:pic>
      <p:sp>
        <p:nvSpPr>
          <p:cNvPr id="8" name="文本框 7"/>
          <p:cNvSpPr txBox="1"/>
          <p:nvPr userDrawn="1"/>
        </p:nvSpPr>
        <p:spPr>
          <a:xfrm>
            <a:off x="3974707" y="4770358"/>
            <a:ext cx="2576919" cy="215444"/>
          </a:xfrm>
          <a:prstGeom prst="rect">
            <a:avLst/>
          </a:prstGeom>
          <a:noFill/>
        </p:spPr>
        <p:txBody>
          <a:bodyPr wrap="square" rtlCol="0">
            <a:spAutoFit/>
          </a:bodyPr>
          <a:lstStyle/>
          <a:p>
            <a:r>
              <a:rPr lang="en-US" altLang="zh-CN" sz="800" dirty="0" smtClean="0">
                <a:solidFill>
                  <a:srgbClr val="3C3C3C"/>
                </a:solidFill>
                <a:latin typeface="Arial" panose="020B0604020202020204" pitchFamily="34" charset="0"/>
                <a:ea typeface="华文黑体_易方达" panose="02010600040101010101" pitchFamily="2" charset="-122"/>
                <a:cs typeface="Arial" panose="020B0604020202020204" pitchFamily="34" charset="0"/>
              </a:rPr>
              <a:t>For Internal Use Only</a:t>
            </a:r>
            <a:endParaRPr lang="zh-CN" altLang="en-US" sz="800" dirty="0" smtClean="0">
              <a:solidFill>
                <a:srgbClr val="3C3C3C"/>
              </a:solidFill>
              <a:latin typeface="Arial" panose="020B0604020202020204" pitchFamily="34" charset="0"/>
              <a:ea typeface="华文黑体_易方达" panose="02010600040101010101" pitchFamily="2" charset="-122"/>
              <a:cs typeface="Arial" panose="020B0604020202020204" pitchFamily="34" charset="0"/>
            </a:endParaRPr>
          </a:p>
        </p:txBody>
      </p:sp>
    </p:spTree>
    <p:extLst>
      <p:ext uri="{BB962C8B-B14F-4D97-AF65-F5344CB8AC3E}">
        <p14:creationId xmlns:p14="http://schemas.microsoft.com/office/powerpoint/2010/main" val="3252413174"/>
      </p:ext>
    </p:extLst>
  </p:cSld>
  <p:clrMapOvr>
    <a:masterClrMapping/>
  </p:clrMapOvr>
  <p:timing>
    <p:tnLst>
      <p:par>
        <p:cTn id="1" dur="indefinite" restart="never" nodeType="tmRoot"/>
      </p:par>
    </p:tnLst>
  </p:timing>
</p:sldLayout>
</file>

<file path=ppt/slideLayouts/slideLayout9.xml><?xml version="1.0" encoding="utf-8"?>
<p:sldLayout xmlns:a="http://schemas.openxmlformats.org/drawingml/2006/main" xmlns:r="http://schemas.openxmlformats.org/officeDocument/2006/relationships" xmlns:p="http://schemas.openxmlformats.org/presentationml/2006/main" preserve="1" userDrawn="1">
  <p:cSld name="文字内容页">
    <p:spTree>
      <p:nvGrpSpPr>
        <p:cNvPr id="1" name=""/>
        <p:cNvGrpSpPr/>
        <p:nvPr/>
      </p:nvGrpSpPr>
      <p:grpSpPr>
        <a:xfrm>
          <a:off x="0" y="0"/>
          <a:ext cx="0" cy="0"/>
          <a:chOff x="0" y="0"/>
          <a:chExt cx="0" cy="0"/>
        </a:xfrm>
      </p:grpSpPr>
      <p:pic>
        <p:nvPicPr>
          <p:cNvPr id="10" name="Picture 9" descr="Bar_1.png"/>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0" y="0"/>
            <a:ext cx="9144000" cy="792480"/>
          </a:xfrm>
          <a:prstGeom prst="rect">
            <a:avLst/>
          </a:prstGeom>
        </p:spPr>
      </p:pic>
      <p:sp>
        <p:nvSpPr>
          <p:cNvPr id="17" name="Rectangle 21"/>
          <p:cNvSpPr>
            <a:spLocks noGrp="1" noChangeArrowheads="1"/>
          </p:cNvSpPr>
          <p:nvPr>
            <p:ph type="title" hasCustomPrompt="1"/>
          </p:nvPr>
        </p:nvSpPr>
        <p:spPr bwMode="auto">
          <a:xfrm>
            <a:off x="363151" y="211632"/>
            <a:ext cx="6191653" cy="268047"/>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 uri="{FAA26D3D-D897-4be2-8F04-BA451C77F1D7}">
              <ma14:placeholderFlag xmlns="" xmlns:ma14="http://schemas.microsoft.com/office/mac/drawingml/2011/main" val="1"/>
            </a:ext>
          </a:extLst>
        </p:spPr>
        <p:txBody>
          <a:bodyPr vert="horz" wrap="square" lIns="0" tIns="0" rIns="0" bIns="45720" numCol="1" anchor="t" anchorCtr="0" compatLnSpc="1">
            <a:prstTxWarp prst="textNoShape">
              <a:avLst/>
            </a:prstTxWarp>
          </a:bodyPr>
          <a:lstStyle>
            <a:lvl1pPr marL="0" marR="0" indent="0" algn="l" defTabSz="914400" rtl="0" eaLnBrk="1" fontAlgn="base" latinLnBrk="0" hangingPunct="1">
              <a:lnSpc>
                <a:spcPct val="100000"/>
              </a:lnSpc>
              <a:spcBef>
                <a:spcPct val="0"/>
              </a:spcBef>
              <a:spcAft>
                <a:spcPct val="0"/>
              </a:spcAft>
              <a:buClrTx/>
              <a:buSzTx/>
              <a:buFontTx/>
              <a:buNone/>
              <a:tabLst/>
              <a:defRPr sz="2300" b="1">
                <a:solidFill>
                  <a:schemeClr val="bg1"/>
                </a:solidFill>
                <a:latin typeface="+mn-lt"/>
                <a:ea typeface="华文黑体_易方达" panose="02010600040101010101" pitchFamily="2" charset="-122"/>
              </a:defRPr>
            </a:lvl1pPr>
          </a:lstStyle>
          <a:p>
            <a:pPr lvl="0"/>
            <a:r>
              <a:rPr lang="en-US" altLang="zh-CN" dirty="0" smtClean="0"/>
              <a:t>Click  to add title</a:t>
            </a:r>
            <a:endParaRPr lang="en-US" dirty="0" smtClean="0"/>
          </a:p>
        </p:txBody>
      </p:sp>
      <p:sp>
        <p:nvSpPr>
          <p:cNvPr id="33" name="Rectangle 22"/>
          <p:cNvSpPr>
            <a:spLocks noGrp="1" noChangeAspect="1" noChangeArrowheads="1"/>
          </p:cNvSpPr>
          <p:nvPr>
            <p:ph idx="10" hasCustomPrompt="1"/>
          </p:nvPr>
        </p:nvSpPr>
        <p:spPr bwMode="auto">
          <a:xfrm>
            <a:off x="360363" y="1296527"/>
            <a:ext cx="8030104" cy="2479218"/>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 uri="{FAA26D3D-D897-4be2-8F04-BA451C77F1D7}">
              <ma14:placeholderFlag xmlns="" xmlns:ma14="http://schemas.microsoft.com/office/mac/drawingml/2011/main" val="1"/>
            </a:ext>
          </a:extLst>
        </p:spPr>
        <p:txBody>
          <a:bodyPr vert="horz" wrap="square" lIns="0" tIns="0" rIns="0" bIns="0" numCol="1" anchor="t" anchorCtr="0" compatLnSpc="1">
            <a:prstTxWarp prst="textNoShape">
              <a:avLst/>
            </a:prstTxWarp>
          </a:bodyPr>
          <a:lstStyle>
            <a:lvl1pPr marL="0" marR="0" indent="0" algn="l" defTabSz="914400" rtl="0" eaLnBrk="1" fontAlgn="base" latinLnBrk="0" hangingPunct="1">
              <a:lnSpc>
                <a:spcPts val="1800"/>
              </a:lnSpc>
              <a:spcBef>
                <a:spcPts val="0"/>
              </a:spcBef>
              <a:spcAft>
                <a:spcPct val="0"/>
              </a:spcAft>
              <a:buClrTx/>
              <a:buSzTx/>
              <a:buFontTx/>
              <a:buNone/>
              <a:tabLst/>
              <a:defRPr sz="1500" b="0" baseline="0">
                <a:solidFill>
                  <a:srgbClr val="005096"/>
                </a:solidFill>
                <a:latin typeface="+mn-lt"/>
                <a:ea typeface="华文黑体_易方达" panose="02010600040101010101" pitchFamily="2" charset="-122"/>
              </a:defRPr>
            </a:lvl1pPr>
            <a:lvl2pPr algn="l">
              <a:lnSpc>
                <a:spcPts val="2400"/>
              </a:lnSpc>
              <a:buFontTx/>
              <a:buNone/>
              <a:defRPr sz="1500" baseline="0">
                <a:solidFill>
                  <a:schemeClr val="bg1"/>
                </a:solidFill>
                <a:latin typeface="Arial"/>
              </a:defRPr>
            </a:lvl2pPr>
            <a:lvl3pPr>
              <a:buFontTx/>
              <a:buNone/>
              <a:defRPr/>
            </a:lvl3pPr>
            <a:lvl4pPr>
              <a:buFontTx/>
              <a:buNone/>
              <a:defRPr/>
            </a:lvl4pPr>
            <a:lvl5pPr>
              <a:buFontTx/>
              <a:buNone/>
              <a:defRPr/>
            </a:lvl5pPr>
          </a:lstStyle>
          <a:p>
            <a:pPr lvl="0"/>
            <a:r>
              <a:rPr lang="en-US" altLang="zh-CN" dirty="0" smtClean="0"/>
              <a:t>Click  to add title</a:t>
            </a:r>
            <a:endParaRPr lang="en-US" dirty="0" smtClean="0"/>
          </a:p>
        </p:txBody>
      </p:sp>
      <p:sp>
        <p:nvSpPr>
          <p:cNvPr id="16" name="Slide Number Placeholder 5"/>
          <p:cNvSpPr txBox="1">
            <a:spLocks/>
          </p:cNvSpPr>
          <p:nvPr userDrawn="1"/>
        </p:nvSpPr>
        <p:spPr bwMode="auto">
          <a:xfrm>
            <a:off x="8359020" y="4791886"/>
            <a:ext cx="448205" cy="141816"/>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lIns="0" tIns="0" rIns="0" bIns="0"/>
          <a:lstStyle>
            <a:lvl1pPr eaLnBrk="0" hangingPunct="0">
              <a:defRPr sz="2400">
                <a:solidFill>
                  <a:schemeClr val="tx1"/>
                </a:solidFill>
                <a:latin typeface="Arial" charset="0"/>
                <a:ea typeface="ＭＳ Ｐゴシック" charset="0"/>
                <a:cs typeface="ＭＳ Ｐゴシック" charset="0"/>
              </a:defRPr>
            </a:lvl1pPr>
            <a:lvl2pPr marL="742950" indent="-285750" eaLnBrk="0" hangingPunct="0">
              <a:defRPr sz="2400">
                <a:solidFill>
                  <a:schemeClr val="tx1"/>
                </a:solidFill>
                <a:latin typeface="Arial" charset="0"/>
                <a:ea typeface="ＭＳ Ｐゴシック" charset="0"/>
              </a:defRPr>
            </a:lvl2pPr>
            <a:lvl3pPr marL="1143000" indent="-228600" eaLnBrk="0" hangingPunct="0">
              <a:defRPr sz="2400">
                <a:solidFill>
                  <a:schemeClr val="tx1"/>
                </a:solidFill>
                <a:latin typeface="Arial" charset="0"/>
                <a:ea typeface="ＭＳ Ｐゴシック" charset="0"/>
              </a:defRPr>
            </a:lvl3pPr>
            <a:lvl4pPr marL="1600200" indent="-228600" eaLnBrk="0" hangingPunct="0">
              <a:defRPr sz="2400">
                <a:solidFill>
                  <a:schemeClr val="tx1"/>
                </a:solidFill>
                <a:latin typeface="Arial" charset="0"/>
                <a:ea typeface="ＭＳ Ｐゴシック" charset="0"/>
              </a:defRPr>
            </a:lvl4pPr>
            <a:lvl5pPr marL="2057400" indent="-228600" eaLnBrk="0" hangingPunct="0">
              <a:defRPr sz="2400">
                <a:solidFill>
                  <a:schemeClr val="tx1"/>
                </a:solidFill>
                <a:latin typeface="Arial" charset="0"/>
                <a:ea typeface="ＭＳ Ｐゴシック" charset="0"/>
              </a:defRPr>
            </a:lvl5pPr>
            <a:lvl6pPr marL="2514600" indent="-228600" eaLnBrk="0" fontAlgn="base" hangingPunct="0">
              <a:spcBef>
                <a:spcPct val="0"/>
              </a:spcBef>
              <a:spcAft>
                <a:spcPct val="0"/>
              </a:spcAft>
              <a:defRPr sz="2400">
                <a:solidFill>
                  <a:schemeClr val="tx1"/>
                </a:solidFill>
                <a:latin typeface="Arial" charset="0"/>
                <a:ea typeface="ＭＳ Ｐゴシック" charset="0"/>
              </a:defRPr>
            </a:lvl6pPr>
            <a:lvl7pPr marL="2971800" indent="-228600" eaLnBrk="0" fontAlgn="base" hangingPunct="0">
              <a:spcBef>
                <a:spcPct val="0"/>
              </a:spcBef>
              <a:spcAft>
                <a:spcPct val="0"/>
              </a:spcAft>
              <a:defRPr sz="2400">
                <a:solidFill>
                  <a:schemeClr val="tx1"/>
                </a:solidFill>
                <a:latin typeface="Arial" charset="0"/>
                <a:ea typeface="ＭＳ Ｐゴシック" charset="0"/>
              </a:defRPr>
            </a:lvl7pPr>
            <a:lvl8pPr marL="3429000" indent="-228600" eaLnBrk="0" fontAlgn="base" hangingPunct="0">
              <a:spcBef>
                <a:spcPct val="0"/>
              </a:spcBef>
              <a:spcAft>
                <a:spcPct val="0"/>
              </a:spcAft>
              <a:defRPr sz="2400">
                <a:solidFill>
                  <a:schemeClr val="tx1"/>
                </a:solidFill>
                <a:latin typeface="Arial" charset="0"/>
                <a:ea typeface="ＭＳ Ｐゴシック" charset="0"/>
              </a:defRPr>
            </a:lvl8pPr>
            <a:lvl9pPr marL="3886200" indent="-228600" eaLnBrk="0" fontAlgn="base" hangingPunct="0">
              <a:spcBef>
                <a:spcPct val="0"/>
              </a:spcBef>
              <a:spcAft>
                <a:spcPct val="0"/>
              </a:spcAft>
              <a:defRPr sz="2400">
                <a:solidFill>
                  <a:schemeClr val="tx1"/>
                </a:solidFill>
                <a:latin typeface="Arial" charset="0"/>
                <a:ea typeface="ＭＳ Ｐゴシック" charset="0"/>
              </a:defRPr>
            </a:lvl9pPr>
          </a:lstStyle>
          <a:p>
            <a:pPr algn="r"/>
            <a:fld id="{BDAEED39-8CE5-E849-8BB2-D2203B6D9153}" type="slidenum">
              <a:rPr lang="en-US" altLang="zh-CN" sz="800" smtClean="0">
                <a:solidFill>
                  <a:srgbClr val="505050"/>
                </a:solidFill>
                <a:latin typeface="Arial"/>
                <a:ea typeface="黑体" pitchFamily="49" charset="-122"/>
                <a:cs typeface="Arial"/>
              </a:rPr>
              <a:pPr algn="r"/>
              <a:t>‹#›</a:t>
            </a:fld>
            <a:endParaRPr lang="en-US" altLang="zh-CN" sz="800" dirty="0">
              <a:solidFill>
                <a:srgbClr val="505050"/>
              </a:solidFill>
              <a:latin typeface="Arial"/>
              <a:ea typeface="黑体" pitchFamily="49" charset="-122"/>
              <a:cs typeface="Arial"/>
            </a:endParaRPr>
          </a:p>
          <a:p>
            <a:pPr algn="r"/>
            <a:endParaRPr lang="en-US" altLang="zh-CN" sz="800" dirty="0">
              <a:solidFill>
                <a:srgbClr val="505050"/>
              </a:solidFill>
              <a:latin typeface="Arial"/>
              <a:ea typeface="黑体" pitchFamily="49" charset="-122"/>
              <a:cs typeface="Arial"/>
            </a:endParaRPr>
          </a:p>
        </p:txBody>
      </p:sp>
      <p:pic>
        <p:nvPicPr>
          <p:cNvPr id="6" name="Picture 5" descr="Line.png"/>
          <p:cNvPicPr>
            <a:picLocks noChangeAspect="1"/>
          </p:cNvPicPr>
          <p:nvPr userDrawn="1"/>
        </p:nvPicPr>
        <p:blipFill>
          <a:blip r:embed="rId3">
            <a:extLst>
              <a:ext uri="{28A0092B-C50C-407E-A947-70E740481C1C}">
                <a14:useLocalDpi xmlns:a14="http://schemas.microsoft.com/office/drawing/2010/main" val="0"/>
              </a:ext>
            </a:extLst>
          </a:blip>
          <a:stretch>
            <a:fillRect/>
          </a:stretch>
        </p:blipFill>
        <p:spPr>
          <a:xfrm>
            <a:off x="368300" y="4729417"/>
            <a:ext cx="8424672" cy="6096"/>
          </a:xfrm>
          <a:prstGeom prst="rect">
            <a:avLst/>
          </a:prstGeom>
          <a:ln>
            <a:solidFill>
              <a:schemeClr val="bg1">
                <a:lumMod val="65000"/>
              </a:schemeClr>
            </a:solidFill>
          </a:ln>
        </p:spPr>
      </p:pic>
      <p:sp>
        <p:nvSpPr>
          <p:cNvPr id="2" name="文本框 1"/>
          <p:cNvSpPr txBox="1"/>
          <p:nvPr userDrawn="1"/>
        </p:nvSpPr>
        <p:spPr>
          <a:xfrm>
            <a:off x="368300" y="4253023"/>
            <a:ext cx="2576919" cy="338554"/>
          </a:xfrm>
          <a:prstGeom prst="rect">
            <a:avLst/>
          </a:prstGeom>
          <a:noFill/>
        </p:spPr>
        <p:txBody>
          <a:bodyPr wrap="square" rtlCol="0">
            <a:spAutoFit/>
          </a:bodyPr>
          <a:lstStyle/>
          <a:p>
            <a:endParaRPr lang="zh-CN" altLang="en-US" sz="1600" dirty="0" smtClean="0">
              <a:solidFill>
                <a:srgbClr val="000000"/>
              </a:solidFill>
              <a:latin typeface="Verdana" pitchFamily="34" charset="0"/>
              <a:ea typeface="黑体" pitchFamily="49" charset="-122"/>
            </a:endParaRPr>
          </a:p>
        </p:txBody>
      </p:sp>
      <p:sp>
        <p:nvSpPr>
          <p:cNvPr id="3" name="文本框 2"/>
          <p:cNvSpPr txBox="1"/>
          <p:nvPr userDrawn="1"/>
        </p:nvSpPr>
        <p:spPr>
          <a:xfrm>
            <a:off x="283240" y="4755705"/>
            <a:ext cx="2576919" cy="215444"/>
          </a:xfrm>
          <a:prstGeom prst="rect">
            <a:avLst/>
          </a:prstGeom>
          <a:noFill/>
        </p:spPr>
        <p:txBody>
          <a:bodyPr wrap="square" rtlCol="0">
            <a:spAutoFit/>
          </a:bodyPr>
          <a:lstStyle/>
          <a:p>
            <a:r>
              <a:rPr lang="en-US" altLang="zh-CN" sz="800" dirty="0" smtClean="0">
                <a:solidFill>
                  <a:srgbClr val="3C3C3C"/>
                </a:solidFill>
                <a:latin typeface="Arial"/>
                <a:ea typeface="华文黑体_易方达" panose="02010600040101010101" pitchFamily="2" charset="-122"/>
                <a:cs typeface="华文黑体" panose="02010600040101010101" pitchFamily="2" charset="-122"/>
              </a:rPr>
              <a:t>E Fund Management Co., Ltd.</a:t>
            </a:r>
            <a:endParaRPr lang="zh-CN" altLang="en-US" sz="800" dirty="0" smtClean="0">
              <a:solidFill>
                <a:srgbClr val="3C3C3C"/>
              </a:solidFill>
              <a:latin typeface="Arial"/>
              <a:ea typeface="华文黑体_易方达" panose="02010600040101010101" pitchFamily="2" charset="-122"/>
              <a:cs typeface="华文黑体" panose="02010600040101010101" pitchFamily="2" charset="-122"/>
            </a:endParaRPr>
          </a:p>
        </p:txBody>
      </p:sp>
      <p:pic>
        <p:nvPicPr>
          <p:cNvPr id="12" name="图片 11"/>
          <p:cNvPicPr>
            <a:picLocks noChangeAspect="1"/>
          </p:cNvPicPr>
          <p:nvPr userDrawn="1"/>
        </p:nvPicPr>
        <p:blipFill>
          <a:blip r:embed="rId4">
            <a:extLst>
              <a:ext uri="{28A0092B-C50C-407E-A947-70E740481C1C}">
                <a14:useLocalDpi xmlns:a14="http://schemas.microsoft.com/office/drawing/2010/main" val="0"/>
              </a:ext>
            </a:extLst>
          </a:blip>
          <a:stretch>
            <a:fillRect/>
          </a:stretch>
        </p:blipFill>
        <p:spPr>
          <a:xfrm>
            <a:off x="7299995" y="81588"/>
            <a:ext cx="1480616" cy="629304"/>
          </a:xfrm>
          <a:prstGeom prst="rect">
            <a:avLst/>
          </a:prstGeom>
        </p:spPr>
      </p:pic>
      <p:sp>
        <p:nvSpPr>
          <p:cNvPr id="13" name="文本框 12"/>
          <p:cNvSpPr txBox="1"/>
          <p:nvPr userDrawn="1"/>
        </p:nvSpPr>
        <p:spPr>
          <a:xfrm>
            <a:off x="3974707" y="4770358"/>
            <a:ext cx="2576919" cy="215444"/>
          </a:xfrm>
          <a:prstGeom prst="rect">
            <a:avLst/>
          </a:prstGeom>
          <a:noFill/>
        </p:spPr>
        <p:txBody>
          <a:bodyPr wrap="square" rtlCol="0">
            <a:spAutoFit/>
          </a:bodyPr>
          <a:lstStyle/>
          <a:p>
            <a:r>
              <a:rPr lang="en-US" altLang="zh-CN" sz="800" dirty="0" smtClean="0">
                <a:solidFill>
                  <a:srgbClr val="3C3C3C"/>
                </a:solidFill>
                <a:latin typeface="Arial" panose="020B0604020202020204" pitchFamily="34" charset="0"/>
                <a:ea typeface="华文黑体_易方达" panose="02010600040101010101" pitchFamily="2" charset="-122"/>
                <a:cs typeface="Arial" panose="020B0604020202020204" pitchFamily="34" charset="0"/>
              </a:rPr>
              <a:t>For Internal Use Only</a:t>
            </a:r>
            <a:endParaRPr lang="zh-CN" altLang="en-US" sz="800" dirty="0" smtClean="0">
              <a:solidFill>
                <a:srgbClr val="3C3C3C"/>
              </a:solidFill>
              <a:latin typeface="Arial" panose="020B0604020202020204" pitchFamily="34" charset="0"/>
              <a:ea typeface="华文黑体_易方达" panose="02010600040101010101" pitchFamily="2" charset="-122"/>
              <a:cs typeface="Arial" panose="020B0604020202020204" pitchFamily="34" charset="0"/>
            </a:endParaRPr>
          </a:p>
        </p:txBody>
      </p:sp>
    </p:spTree>
    <p:extLst>
      <p:ext uri="{BB962C8B-B14F-4D97-AF65-F5344CB8AC3E}">
        <p14:creationId xmlns:p14="http://schemas.microsoft.com/office/powerpoint/2010/main" val="1596157173"/>
      </p:ext>
    </p:extLst>
  </p:cSld>
  <p:clrMapOvr>
    <a:masterClrMapping/>
  </p:clrMapOvr>
  <p:timing>
    <p:tnLst>
      <p:par>
        <p:cTn id="1" dur="indefinite" restart="never" nodeType="tmRoot"/>
      </p:par>
    </p:tnLst>
  </p:timing>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userDrawn="1">
  <p:cSld name="1_图形内容1">
    <p:spTree>
      <p:nvGrpSpPr>
        <p:cNvPr id="1" name=""/>
        <p:cNvGrpSpPr/>
        <p:nvPr/>
      </p:nvGrpSpPr>
      <p:grpSpPr>
        <a:xfrm>
          <a:off x="0" y="0"/>
          <a:ext cx="0" cy="0"/>
          <a:chOff x="0" y="0"/>
          <a:chExt cx="0" cy="0"/>
        </a:xfrm>
      </p:grpSpPr>
      <p:pic>
        <p:nvPicPr>
          <p:cNvPr id="9" name="Picture 8" descr="Bar_1.png"/>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0" y="0"/>
            <a:ext cx="9144000" cy="792480"/>
          </a:xfrm>
          <a:prstGeom prst="rect">
            <a:avLst/>
          </a:prstGeom>
        </p:spPr>
      </p:pic>
      <p:sp>
        <p:nvSpPr>
          <p:cNvPr id="14" name="Rectangle 21"/>
          <p:cNvSpPr>
            <a:spLocks noGrp="1" noChangeArrowheads="1"/>
          </p:cNvSpPr>
          <p:nvPr>
            <p:ph type="title" hasCustomPrompt="1"/>
          </p:nvPr>
        </p:nvSpPr>
        <p:spPr bwMode="auto">
          <a:xfrm>
            <a:off x="363151" y="211632"/>
            <a:ext cx="6230154" cy="268047"/>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 uri="{FAA26D3D-D897-4be2-8F04-BA451C77F1D7}">
              <ma14:placeholderFlag xmlns="" xmlns:ma14="http://schemas.microsoft.com/office/mac/drawingml/2011/main" val="1"/>
            </a:ext>
          </a:extLst>
        </p:spPr>
        <p:txBody>
          <a:bodyPr vert="horz" wrap="square" lIns="0" tIns="0" rIns="0" bIns="45720" numCol="1" anchor="t" anchorCtr="0" compatLnSpc="1">
            <a:prstTxWarp prst="textNoShape">
              <a:avLst/>
            </a:prstTxWarp>
          </a:bodyPr>
          <a:lstStyle>
            <a:lvl1pPr marL="0" marR="0" indent="0" algn="l" defTabSz="914400" rtl="0" eaLnBrk="1" fontAlgn="base" latinLnBrk="0" hangingPunct="1">
              <a:lnSpc>
                <a:spcPct val="100000"/>
              </a:lnSpc>
              <a:spcBef>
                <a:spcPct val="0"/>
              </a:spcBef>
              <a:spcAft>
                <a:spcPct val="0"/>
              </a:spcAft>
              <a:buClrTx/>
              <a:buSzTx/>
              <a:buFontTx/>
              <a:buNone/>
              <a:tabLst/>
              <a:defRPr sz="2300" b="1">
                <a:solidFill>
                  <a:schemeClr val="bg1"/>
                </a:solidFill>
                <a:latin typeface="+mn-lt"/>
                <a:ea typeface="华文黑体_易方达" panose="02010600040101010101" pitchFamily="2" charset="-122"/>
              </a:defRPr>
            </a:lvl1pPr>
          </a:lstStyle>
          <a:p>
            <a:pPr lvl="0"/>
            <a:r>
              <a:rPr lang="en-US" altLang="zh-CN" dirty="0" smtClean="0"/>
              <a:t>Click  to add title</a:t>
            </a:r>
            <a:endParaRPr lang="en-US" dirty="0" smtClean="0"/>
          </a:p>
        </p:txBody>
      </p:sp>
      <p:sp>
        <p:nvSpPr>
          <p:cNvPr id="15" name="Rectangle 22"/>
          <p:cNvSpPr>
            <a:spLocks noGrp="1" noChangeAspect="1" noChangeArrowheads="1"/>
          </p:cNvSpPr>
          <p:nvPr>
            <p:ph idx="10" hasCustomPrompt="1"/>
          </p:nvPr>
        </p:nvSpPr>
        <p:spPr bwMode="auto">
          <a:xfrm>
            <a:off x="360363" y="1296527"/>
            <a:ext cx="4465637" cy="2479218"/>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 uri="{FAA26D3D-D897-4be2-8F04-BA451C77F1D7}">
              <ma14:placeholderFlag xmlns="" xmlns:ma14="http://schemas.microsoft.com/office/mac/drawingml/2011/main" val="1"/>
            </a:ext>
          </a:extLst>
        </p:spPr>
        <p:txBody>
          <a:bodyPr vert="horz" wrap="square" lIns="0" tIns="0" rIns="0" bIns="0" numCol="1" anchor="t" anchorCtr="0" compatLnSpc="1">
            <a:prstTxWarp prst="textNoShape">
              <a:avLst/>
            </a:prstTxWarp>
          </a:bodyPr>
          <a:lstStyle>
            <a:lvl1pPr marL="0" marR="0" indent="0" algn="l" defTabSz="914400" rtl="0" eaLnBrk="1" fontAlgn="base" latinLnBrk="0" hangingPunct="1">
              <a:lnSpc>
                <a:spcPts val="1800"/>
              </a:lnSpc>
              <a:spcBef>
                <a:spcPts val="0"/>
              </a:spcBef>
              <a:spcAft>
                <a:spcPct val="0"/>
              </a:spcAft>
              <a:buClrTx/>
              <a:buSzTx/>
              <a:buFontTx/>
              <a:buNone/>
              <a:tabLst/>
              <a:defRPr sz="1500" b="0" baseline="0">
                <a:solidFill>
                  <a:srgbClr val="005096"/>
                </a:solidFill>
                <a:latin typeface="+mn-lt"/>
                <a:ea typeface="华文黑体_易方达" panose="02010600040101010101" pitchFamily="2" charset="-122"/>
              </a:defRPr>
            </a:lvl1pPr>
            <a:lvl2pPr algn="l">
              <a:lnSpc>
                <a:spcPts val="2400"/>
              </a:lnSpc>
              <a:buFontTx/>
              <a:buNone/>
              <a:defRPr sz="1500" baseline="0">
                <a:solidFill>
                  <a:schemeClr val="bg1"/>
                </a:solidFill>
                <a:latin typeface="Arial"/>
              </a:defRPr>
            </a:lvl2pPr>
            <a:lvl3pPr>
              <a:buFontTx/>
              <a:buNone/>
              <a:defRPr/>
            </a:lvl3pPr>
            <a:lvl4pPr>
              <a:buFontTx/>
              <a:buNone/>
              <a:defRPr/>
            </a:lvl4pPr>
            <a:lvl5pPr>
              <a:buFontTx/>
              <a:buNone/>
              <a:defRPr/>
            </a:lvl5pPr>
          </a:lstStyle>
          <a:p>
            <a:pPr lvl="0"/>
            <a:r>
              <a:rPr lang="en-US" altLang="zh-CN" dirty="0" smtClean="0"/>
              <a:t>Click  to add title</a:t>
            </a:r>
            <a:endParaRPr lang="en-US" dirty="0" smtClean="0"/>
          </a:p>
        </p:txBody>
      </p:sp>
      <p:sp>
        <p:nvSpPr>
          <p:cNvPr id="17" name="Slide Number Placeholder 5"/>
          <p:cNvSpPr txBox="1">
            <a:spLocks/>
          </p:cNvSpPr>
          <p:nvPr userDrawn="1"/>
        </p:nvSpPr>
        <p:spPr bwMode="auto">
          <a:xfrm>
            <a:off x="8359020" y="4791886"/>
            <a:ext cx="448205" cy="141816"/>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lIns="0" tIns="0" rIns="0" bIns="0"/>
          <a:lstStyle>
            <a:lvl1pPr eaLnBrk="0" hangingPunct="0">
              <a:defRPr sz="2400">
                <a:solidFill>
                  <a:schemeClr val="tx1"/>
                </a:solidFill>
                <a:latin typeface="Arial" charset="0"/>
                <a:ea typeface="ＭＳ Ｐゴシック" charset="0"/>
                <a:cs typeface="ＭＳ Ｐゴシック" charset="0"/>
              </a:defRPr>
            </a:lvl1pPr>
            <a:lvl2pPr marL="742950" indent="-285750" eaLnBrk="0" hangingPunct="0">
              <a:defRPr sz="2400">
                <a:solidFill>
                  <a:schemeClr val="tx1"/>
                </a:solidFill>
                <a:latin typeface="Arial" charset="0"/>
                <a:ea typeface="ＭＳ Ｐゴシック" charset="0"/>
              </a:defRPr>
            </a:lvl2pPr>
            <a:lvl3pPr marL="1143000" indent="-228600" eaLnBrk="0" hangingPunct="0">
              <a:defRPr sz="2400">
                <a:solidFill>
                  <a:schemeClr val="tx1"/>
                </a:solidFill>
                <a:latin typeface="Arial" charset="0"/>
                <a:ea typeface="ＭＳ Ｐゴシック" charset="0"/>
              </a:defRPr>
            </a:lvl3pPr>
            <a:lvl4pPr marL="1600200" indent="-228600" eaLnBrk="0" hangingPunct="0">
              <a:defRPr sz="2400">
                <a:solidFill>
                  <a:schemeClr val="tx1"/>
                </a:solidFill>
                <a:latin typeface="Arial" charset="0"/>
                <a:ea typeface="ＭＳ Ｐゴシック" charset="0"/>
              </a:defRPr>
            </a:lvl4pPr>
            <a:lvl5pPr marL="2057400" indent="-228600" eaLnBrk="0" hangingPunct="0">
              <a:defRPr sz="2400">
                <a:solidFill>
                  <a:schemeClr val="tx1"/>
                </a:solidFill>
                <a:latin typeface="Arial" charset="0"/>
                <a:ea typeface="ＭＳ Ｐゴシック" charset="0"/>
              </a:defRPr>
            </a:lvl5pPr>
            <a:lvl6pPr marL="2514600" indent="-228600" eaLnBrk="0" fontAlgn="base" hangingPunct="0">
              <a:spcBef>
                <a:spcPct val="0"/>
              </a:spcBef>
              <a:spcAft>
                <a:spcPct val="0"/>
              </a:spcAft>
              <a:defRPr sz="2400">
                <a:solidFill>
                  <a:schemeClr val="tx1"/>
                </a:solidFill>
                <a:latin typeface="Arial" charset="0"/>
                <a:ea typeface="ＭＳ Ｐゴシック" charset="0"/>
              </a:defRPr>
            </a:lvl6pPr>
            <a:lvl7pPr marL="2971800" indent="-228600" eaLnBrk="0" fontAlgn="base" hangingPunct="0">
              <a:spcBef>
                <a:spcPct val="0"/>
              </a:spcBef>
              <a:spcAft>
                <a:spcPct val="0"/>
              </a:spcAft>
              <a:defRPr sz="2400">
                <a:solidFill>
                  <a:schemeClr val="tx1"/>
                </a:solidFill>
                <a:latin typeface="Arial" charset="0"/>
                <a:ea typeface="ＭＳ Ｐゴシック" charset="0"/>
              </a:defRPr>
            </a:lvl7pPr>
            <a:lvl8pPr marL="3429000" indent="-228600" eaLnBrk="0" fontAlgn="base" hangingPunct="0">
              <a:spcBef>
                <a:spcPct val="0"/>
              </a:spcBef>
              <a:spcAft>
                <a:spcPct val="0"/>
              </a:spcAft>
              <a:defRPr sz="2400">
                <a:solidFill>
                  <a:schemeClr val="tx1"/>
                </a:solidFill>
                <a:latin typeface="Arial" charset="0"/>
                <a:ea typeface="ＭＳ Ｐゴシック" charset="0"/>
              </a:defRPr>
            </a:lvl8pPr>
            <a:lvl9pPr marL="3886200" indent="-228600" eaLnBrk="0" fontAlgn="base" hangingPunct="0">
              <a:spcBef>
                <a:spcPct val="0"/>
              </a:spcBef>
              <a:spcAft>
                <a:spcPct val="0"/>
              </a:spcAft>
              <a:defRPr sz="2400">
                <a:solidFill>
                  <a:schemeClr val="tx1"/>
                </a:solidFill>
                <a:latin typeface="Arial" charset="0"/>
                <a:ea typeface="ＭＳ Ｐゴシック" charset="0"/>
              </a:defRPr>
            </a:lvl9pPr>
          </a:lstStyle>
          <a:p>
            <a:pPr algn="r"/>
            <a:fld id="{BDAEED39-8CE5-E849-8BB2-D2203B6D9153}" type="slidenum">
              <a:rPr lang="en-US" altLang="zh-CN" sz="800" smtClean="0">
                <a:solidFill>
                  <a:srgbClr val="505050"/>
                </a:solidFill>
                <a:latin typeface="Arial"/>
                <a:ea typeface="黑体" pitchFamily="49" charset="-122"/>
                <a:cs typeface="Arial"/>
              </a:rPr>
              <a:pPr algn="r"/>
              <a:t>‹#›</a:t>
            </a:fld>
            <a:endParaRPr lang="en-US" altLang="zh-CN" sz="800" dirty="0">
              <a:solidFill>
                <a:srgbClr val="505050"/>
              </a:solidFill>
              <a:latin typeface="Arial"/>
              <a:ea typeface="黑体" pitchFamily="49" charset="-122"/>
              <a:cs typeface="Arial"/>
            </a:endParaRPr>
          </a:p>
          <a:p>
            <a:pPr algn="r"/>
            <a:endParaRPr lang="en-US" altLang="zh-CN" sz="800" dirty="0">
              <a:solidFill>
                <a:srgbClr val="505050"/>
              </a:solidFill>
              <a:latin typeface="Arial"/>
              <a:ea typeface="黑体" pitchFamily="49" charset="-122"/>
              <a:cs typeface="Arial"/>
            </a:endParaRPr>
          </a:p>
        </p:txBody>
      </p:sp>
      <p:pic>
        <p:nvPicPr>
          <p:cNvPr id="11" name="Picture 5" descr="Line.png"/>
          <p:cNvPicPr>
            <a:picLocks noChangeAspect="1"/>
          </p:cNvPicPr>
          <p:nvPr userDrawn="1"/>
        </p:nvPicPr>
        <p:blipFill>
          <a:blip r:embed="rId3">
            <a:extLst>
              <a:ext uri="{28A0092B-C50C-407E-A947-70E740481C1C}">
                <a14:useLocalDpi xmlns:a14="http://schemas.microsoft.com/office/drawing/2010/main" val="0"/>
              </a:ext>
            </a:extLst>
          </a:blip>
          <a:stretch>
            <a:fillRect/>
          </a:stretch>
        </p:blipFill>
        <p:spPr>
          <a:xfrm>
            <a:off x="368300" y="4729417"/>
            <a:ext cx="8424672" cy="6096"/>
          </a:xfrm>
          <a:prstGeom prst="rect">
            <a:avLst/>
          </a:prstGeom>
          <a:ln>
            <a:solidFill>
              <a:schemeClr val="bg1">
                <a:lumMod val="65000"/>
              </a:schemeClr>
            </a:solidFill>
          </a:ln>
        </p:spPr>
      </p:pic>
      <p:sp>
        <p:nvSpPr>
          <p:cNvPr id="2" name="矩形 1"/>
          <p:cNvSpPr/>
          <p:nvPr userDrawn="1"/>
        </p:nvSpPr>
        <p:spPr>
          <a:xfrm>
            <a:off x="-1342724" y="792480"/>
            <a:ext cx="1217596" cy="4385816"/>
          </a:xfrm>
          <a:prstGeom prst="rect">
            <a:avLst/>
          </a:prstGeom>
        </p:spPr>
        <p:txBody>
          <a:bodyPr wrap="square">
            <a:spAutoFit/>
          </a:bodyPr>
          <a:lstStyle/>
          <a:p>
            <a:r>
              <a:rPr lang="zh-CN" altLang="en-US" sz="900" dirty="0" smtClean="0">
                <a:solidFill>
                  <a:srgbClr val="FFFFFF">
                    <a:lumMod val="65000"/>
                  </a:srgbClr>
                </a:solidFill>
                <a:latin typeface="华文黑体_易方达" panose="02010600040101010101" pitchFamily="2" charset="-122"/>
                <a:ea typeface="华文黑体_易方达" panose="02010600040101010101" pitchFamily="2" charset="-122"/>
              </a:rPr>
              <a:t>1. 图表标题字体为</a:t>
            </a:r>
            <a:r>
              <a:rPr lang="en-US" altLang="zh-CN" sz="900" dirty="0" smtClean="0">
                <a:solidFill>
                  <a:srgbClr val="FFFFFF">
                    <a:lumMod val="65000"/>
                  </a:srgbClr>
                </a:solidFill>
                <a:latin typeface="华文黑体_易方达" panose="02010600040101010101" pitchFamily="2" charset="-122"/>
                <a:ea typeface="华文黑体_易方达" panose="02010600040101010101" pitchFamily="2" charset="-122"/>
              </a:rPr>
              <a:t>Arial</a:t>
            </a:r>
            <a:r>
              <a:rPr lang="zh-CN" altLang="en-US" sz="900" dirty="0" smtClean="0">
                <a:solidFill>
                  <a:srgbClr val="FFFFFF">
                    <a:lumMod val="65000"/>
                  </a:srgbClr>
                </a:solidFill>
                <a:latin typeface="华文黑体_易方达" panose="02010600040101010101" pitchFamily="2" charset="-122"/>
                <a:ea typeface="华文黑体_易方达" panose="02010600040101010101" pitchFamily="2" charset="-122"/>
              </a:rPr>
              <a:t>，一般为10号（视需要可调），深蓝（R0，G80，B150） </a:t>
            </a:r>
            <a:endParaRPr lang="en-US" altLang="zh-CN" sz="900" dirty="0" smtClean="0">
              <a:solidFill>
                <a:srgbClr val="FFFFFF">
                  <a:lumMod val="65000"/>
                </a:srgbClr>
              </a:solidFill>
              <a:latin typeface="华文黑体_易方达" panose="02010600040101010101" pitchFamily="2" charset="-122"/>
              <a:ea typeface="华文黑体_易方达" panose="02010600040101010101" pitchFamily="2" charset="-122"/>
            </a:endParaRPr>
          </a:p>
          <a:p>
            <a:endParaRPr lang="en-US" altLang="zh-CN" sz="900" dirty="0" smtClean="0">
              <a:solidFill>
                <a:srgbClr val="FFFFFF">
                  <a:lumMod val="65000"/>
                </a:srgbClr>
              </a:solidFill>
              <a:latin typeface="华文黑体_易方达" panose="02010600040101010101" pitchFamily="2" charset="-122"/>
              <a:ea typeface="华文黑体_易方达" panose="02010600040101010101" pitchFamily="2" charset="-122"/>
            </a:endParaRPr>
          </a:p>
          <a:p>
            <a:r>
              <a:rPr lang="zh-CN" altLang="en-US" sz="900" dirty="0" smtClean="0">
                <a:solidFill>
                  <a:srgbClr val="FFFFFF">
                    <a:lumMod val="65000"/>
                  </a:srgbClr>
                </a:solidFill>
                <a:latin typeface="华文黑体_易方达" panose="02010600040101010101" pitchFamily="2" charset="-122"/>
                <a:ea typeface="华文黑体_易方达" panose="02010600040101010101" pitchFamily="2" charset="-122"/>
              </a:rPr>
              <a:t>2. 备注为Arial，7号，灰色（R60，G60，B60） </a:t>
            </a:r>
            <a:endParaRPr lang="en-US" altLang="zh-CN" sz="900" dirty="0" smtClean="0">
              <a:solidFill>
                <a:srgbClr val="FFFFFF">
                  <a:lumMod val="65000"/>
                </a:srgbClr>
              </a:solidFill>
              <a:latin typeface="华文黑体_易方达" panose="02010600040101010101" pitchFamily="2" charset="-122"/>
              <a:ea typeface="华文黑体_易方达" panose="02010600040101010101" pitchFamily="2" charset="-122"/>
            </a:endParaRPr>
          </a:p>
          <a:p>
            <a:endParaRPr lang="en-US" altLang="zh-CN" sz="900" dirty="0" smtClean="0">
              <a:solidFill>
                <a:srgbClr val="FFFFFF">
                  <a:lumMod val="65000"/>
                </a:srgbClr>
              </a:solidFill>
              <a:latin typeface="华文黑体_易方达" panose="02010600040101010101" pitchFamily="2" charset="-122"/>
              <a:ea typeface="华文黑体_易方达" panose="02010600040101010101" pitchFamily="2" charset="-122"/>
            </a:endParaRPr>
          </a:p>
          <a:p>
            <a:r>
              <a:rPr lang="zh-CN" altLang="en-US" sz="900" dirty="0" smtClean="0">
                <a:solidFill>
                  <a:srgbClr val="FFFFFF">
                    <a:lumMod val="65000"/>
                  </a:srgbClr>
                </a:solidFill>
                <a:latin typeface="华文黑体_易方达" panose="02010600040101010101" pitchFamily="2" charset="-122"/>
                <a:ea typeface="华文黑体_易方达" panose="02010600040101010101" pitchFamily="2" charset="-122"/>
              </a:rPr>
              <a:t>3. 图例字体使用</a:t>
            </a:r>
            <a:r>
              <a:rPr lang="en-US" altLang="zh-CN" sz="900" dirty="0" smtClean="0">
                <a:solidFill>
                  <a:srgbClr val="FFFFFF">
                    <a:lumMod val="65000"/>
                  </a:srgbClr>
                </a:solidFill>
                <a:latin typeface="华文黑体_易方达" panose="02010600040101010101" pitchFamily="2" charset="-122"/>
                <a:ea typeface="华文黑体_易方达" panose="02010600040101010101" pitchFamily="2" charset="-122"/>
              </a:rPr>
              <a:t>Arial</a:t>
            </a:r>
            <a:r>
              <a:rPr lang="zh-CN" altLang="en-US" sz="900" dirty="0" smtClean="0">
                <a:solidFill>
                  <a:srgbClr val="FFFFFF">
                    <a:lumMod val="65000"/>
                  </a:srgbClr>
                </a:solidFill>
                <a:latin typeface="华文黑体_易方达" panose="02010600040101010101" pitchFamily="2" charset="-122"/>
                <a:ea typeface="华文黑体_易方达" panose="02010600040101010101" pitchFamily="2" charset="-122"/>
              </a:rPr>
              <a:t> </a:t>
            </a:r>
            <a:endParaRPr lang="en-US" altLang="zh-CN" sz="900" dirty="0" smtClean="0">
              <a:solidFill>
                <a:srgbClr val="FFFFFF">
                  <a:lumMod val="65000"/>
                </a:srgbClr>
              </a:solidFill>
              <a:latin typeface="华文黑体_易方达" panose="02010600040101010101" pitchFamily="2" charset="-122"/>
              <a:ea typeface="华文黑体_易方达" panose="02010600040101010101" pitchFamily="2" charset="-122"/>
            </a:endParaRPr>
          </a:p>
          <a:p>
            <a:endParaRPr lang="en-US" altLang="zh-CN" sz="900" dirty="0" smtClean="0">
              <a:solidFill>
                <a:srgbClr val="FFFFFF">
                  <a:lumMod val="65000"/>
                </a:srgbClr>
              </a:solidFill>
              <a:latin typeface="华文黑体_易方达" panose="02010600040101010101" pitchFamily="2" charset="-122"/>
              <a:ea typeface="华文黑体_易方达" panose="02010600040101010101" pitchFamily="2" charset="-122"/>
            </a:endParaRPr>
          </a:p>
          <a:p>
            <a:r>
              <a:rPr lang="zh-CN" altLang="en-US" sz="900" dirty="0" smtClean="0">
                <a:solidFill>
                  <a:srgbClr val="FFFFFF">
                    <a:lumMod val="65000"/>
                  </a:srgbClr>
                </a:solidFill>
                <a:latin typeface="华文黑体_易方达" panose="02010600040101010101" pitchFamily="2" charset="-122"/>
                <a:ea typeface="华文黑体_易方达" panose="02010600040101010101" pitchFamily="2" charset="-122"/>
              </a:rPr>
              <a:t>4. 图表中数字字体统一为Arial</a:t>
            </a:r>
          </a:p>
          <a:p>
            <a:endParaRPr lang="en-US" altLang="zh-CN" sz="900" dirty="0" smtClean="0">
              <a:solidFill>
                <a:srgbClr val="FFFFFF">
                  <a:lumMod val="65000"/>
                </a:srgbClr>
              </a:solidFill>
              <a:latin typeface="华文黑体_易方达" panose="02010600040101010101" pitchFamily="2" charset="-122"/>
              <a:ea typeface="华文黑体_易方达" panose="02010600040101010101" pitchFamily="2" charset="-122"/>
            </a:endParaRPr>
          </a:p>
          <a:p>
            <a:r>
              <a:rPr lang="zh-CN" altLang="en-US" sz="900" dirty="0" smtClean="0">
                <a:solidFill>
                  <a:srgbClr val="FFFFFF">
                    <a:lumMod val="65000"/>
                  </a:srgbClr>
                </a:solidFill>
                <a:latin typeface="华文黑体_易方达" panose="02010600040101010101" pitchFamily="2" charset="-122"/>
                <a:ea typeface="华文黑体_易方达" panose="02010600040101010101" pitchFamily="2" charset="-122"/>
              </a:rPr>
              <a:t>图表统一使用纯白底色，不得自行添加背景色，不能对图表使用渐变、阴影、立体等复杂效果， 所有图表不使用边框</a:t>
            </a:r>
            <a:endParaRPr lang="en-US" altLang="zh-CN" sz="900" dirty="0" smtClean="0">
              <a:solidFill>
                <a:srgbClr val="FFFFFF">
                  <a:lumMod val="65000"/>
                </a:srgbClr>
              </a:solidFill>
              <a:latin typeface="华文黑体_易方达" panose="02010600040101010101" pitchFamily="2" charset="-122"/>
              <a:ea typeface="华文黑体_易方达" panose="02010600040101010101" pitchFamily="2" charset="-122"/>
            </a:endParaRPr>
          </a:p>
          <a:p>
            <a:endParaRPr lang="en-US" altLang="zh-CN" sz="900" dirty="0" smtClean="0">
              <a:solidFill>
                <a:srgbClr val="FFFFFF">
                  <a:lumMod val="65000"/>
                </a:srgbClr>
              </a:solidFill>
              <a:latin typeface="华文黑体_易方达" panose="02010600040101010101" pitchFamily="2" charset="-122"/>
              <a:ea typeface="华文黑体_易方达" panose="02010600040101010101" pitchFamily="2" charset="-122"/>
            </a:endParaRPr>
          </a:p>
          <a:p>
            <a:r>
              <a:rPr lang="zh-CN" altLang="en-US" sz="900" dirty="0" smtClean="0">
                <a:solidFill>
                  <a:srgbClr val="FFFFFF">
                    <a:lumMod val="65000"/>
                  </a:srgbClr>
                </a:solidFill>
                <a:latin typeface="华文黑体_易方达" panose="02010600040101010101" pitchFamily="2" charset="-122"/>
                <a:ea typeface="华文黑体_易方达" panose="02010600040101010101" pitchFamily="2" charset="-122"/>
              </a:rPr>
              <a:t>图中背景实线使用浅灰色实线背景（</a:t>
            </a:r>
            <a:r>
              <a:rPr lang="en-US" altLang="zh-CN" sz="900" dirty="0" smtClean="0">
                <a:solidFill>
                  <a:srgbClr val="FFFFFF">
                    <a:lumMod val="65000"/>
                  </a:srgbClr>
                </a:solidFill>
                <a:latin typeface="华文黑体_易方达" panose="02010600040101010101" pitchFamily="2" charset="-122"/>
                <a:ea typeface="华文黑体_易方达" panose="02010600040101010101" pitchFamily="2" charset="-122"/>
              </a:rPr>
              <a:t>R204</a:t>
            </a:r>
            <a:r>
              <a:rPr lang="zh-CN" altLang="en-US" sz="900" dirty="0" smtClean="0">
                <a:solidFill>
                  <a:srgbClr val="FFFFFF">
                    <a:lumMod val="65000"/>
                  </a:srgbClr>
                </a:solidFill>
                <a:latin typeface="华文黑体_易方达" panose="02010600040101010101" pitchFamily="2" charset="-122"/>
                <a:ea typeface="华文黑体_易方达" panose="02010600040101010101" pitchFamily="2" charset="-122"/>
              </a:rPr>
              <a:t>，</a:t>
            </a:r>
            <a:r>
              <a:rPr lang="en-US" altLang="zh-CN" sz="900" dirty="0" smtClean="0">
                <a:solidFill>
                  <a:srgbClr val="FFFFFF">
                    <a:lumMod val="65000"/>
                  </a:srgbClr>
                </a:solidFill>
                <a:latin typeface="华文黑体_易方达" panose="02010600040101010101" pitchFamily="2" charset="-122"/>
                <a:ea typeface="华文黑体_易方达" panose="02010600040101010101" pitchFamily="2" charset="-122"/>
              </a:rPr>
              <a:t>G204</a:t>
            </a:r>
            <a:r>
              <a:rPr lang="zh-CN" altLang="en-US" sz="900" dirty="0" smtClean="0">
                <a:solidFill>
                  <a:srgbClr val="FFFFFF">
                    <a:lumMod val="65000"/>
                  </a:srgbClr>
                </a:solidFill>
                <a:latin typeface="华文黑体_易方达" panose="02010600040101010101" pitchFamily="2" charset="-122"/>
                <a:ea typeface="华文黑体_易方达" panose="02010600040101010101" pitchFamily="2" charset="-122"/>
              </a:rPr>
              <a:t>，</a:t>
            </a:r>
            <a:r>
              <a:rPr lang="en-US" altLang="zh-CN" sz="900" dirty="0" smtClean="0">
                <a:solidFill>
                  <a:srgbClr val="FFFFFF">
                    <a:lumMod val="65000"/>
                  </a:srgbClr>
                </a:solidFill>
                <a:latin typeface="华文黑体_易方达" panose="02010600040101010101" pitchFamily="2" charset="-122"/>
                <a:ea typeface="华文黑体_易方达" panose="02010600040101010101" pitchFamily="2" charset="-122"/>
              </a:rPr>
              <a:t>B204</a:t>
            </a:r>
            <a:r>
              <a:rPr lang="zh-CN" altLang="en-US" sz="900" dirty="0" smtClean="0">
                <a:solidFill>
                  <a:srgbClr val="FFFFFF">
                    <a:lumMod val="65000"/>
                  </a:srgbClr>
                </a:solidFill>
                <a:latin typeface="华文黑体_易方达" panose="02010600040101010101" pitchFamily="2" charset="-122"/>
                <a:ea typeface="华文黑体_易方达" panose="02010600040101010101" pitchFamily="2" charset="-122"/>
              </a:rPr>
              <a:t>）</a:t>
            </a:r>
            <a:endParaRPr lang="en-US" altLang="zh-CN" sz="900" dirty="0" smtClean="0">
              <a:solidFill>
                <a:srgbClr val="FFFFFF">
                  <a:lumMod val="65000"/>
                </a:srgbClr>
              </a:solidFill>
              <a:latin typeface="华文黑体_易方达" panose="02010600040101010101" pitchFamily="2" charset="-122"/>
              <a:ea typeface="华文黑体_易方达" panose="02010600040101010101" pitchFamily="2" charset="-122"/>
            </a:endParaRPr>
          </a:p>
          <a:p>
            <a:r>
              <a:rPr lang="zh-CN" altLang="en-US" sz="900" dirty="0" smtClean="0">
                <a:solidFill>
                  <a:srgbClr val="FFFFFF">
                    <a:lumMod val="65000"/>
                  </a:srgbClr>
                </a:solidFill>
                <a:latin typeface="华文黑体_易方达" panose="02010600040101010101" pitchFamily="2" charset="-122"/>
                <a:ea typeface="华文黑体_易方达" panose="02010600040101010101" pitchFamily="2" charset="-122"/>
              </a:rPr>
              <a:t>连接线条建议</a:t>
            </a:r>
            <a:r>
              <a:rPr lang="en-US" altLang="zh-CN" sz="900" dirty="0" smtClean="0">
                <a:solidFill>
                  <a:srgbClr val="FFFFFF">
                    <a:lumMod val="65000"/>
                  </a:srgbClr>
                </a:solidFill>
                <a:latin typeface="华文黑体_易方达" panose="02010600040101010101" pitchFamily="2" charset="-122"/>
                <a:ea typeface="华文黑体_易方达" panose="02010600040101010101" pitchFamily="2" charset="-122"/>
              </a:rPr>
              <a:t>1.5</a:t>
            </a:r>
            <a:r>
              <a:rPr lang="zh-CN" altLang="en-US" sz="900" dirty="0" smtClean="0">
                <a:solidFill>
                  <a:srgbClr val="FFFFFF">
                    <a:lumMod val="65000"/>
                  </a:srgbClr>
                </a:solidFill>
                <a:latin typeface="华文黑体_易方达" panose="02010600040101010101" pitchFamily="2" charset="-122"/>
                <a:ea typeface="华文黑体_易方达" panose="02010600040101010101" pitchFamily="2" charset="-122"/>
              </a:rPr>
              <a:t>磅，灰色 （</a:t>
            </a:r>
            <a:r>
              <a:rPr lang="en-US" altLang="zh-CN" sz="900" dirty="0" smtClean="0">
                <a:solidFill>
                  <a:srgbClr val="FFFFFF">
                    <a:lumMod val="65000"/>
                  </a:srgbClr>
                </a:solidFill>
                <a:latin typeface="华文黑体_易方达" panose="02010600040101010101" pitchFamily="2" charset="-122"/>
                <a:ea typeface="华文黑体_易方达" panose="02010600040101010101" pitchFamily="2" charset="-122"/>
              </a:rPr>
              <a:t>R150</a:t>
            </a:r>
            <a:r>
              <a:rPr lang="zh-CN" altLang="en-US" sz="900" dirty="0" smtClean="0">
                <a:solidFill>
                  <a:srgbClr val="FFFFFF">
                    <a:lumMod val="65000"/>
                  </a:srgbClr>
                </a:solidFill>
                <a:latin typeface="华文黑体_易方达" panose="02010600040101010101" pitchFamily="2" charset="-122"/>
                <a:ea typeface="华文黑体_易方达" panose="02010600040101010101" pitchFamily="2" charset="-122"/>
              </a:rPr>
              <a:t>；</a:t>
            </a:r>
            <a:r>
              <a:rPr lang="en-US" altLang="zh-CN" sz="900" dirty="0" smtClean="0">
                <a:solidFill>
                  <a:srgbClr val="FFFFFF">
                    <a:lumMod val="65000"/>
                  </a:srgbClr>
                </a:solidFill>
                <a:latin typeface="华文黑体_易方达" panose="02010600040101010101" pitchFamily="2" charset="-122"/>
                <a:ea typeface="华文黑体_易方达" panose="02010600040101010101" pitchFamily="2" charset="-122"/>
              </a:rPr>
              <a:t>G150</a:t>
            </a:r>
            <a:r>
              <a:rPr lang="zh-CN" altLang="en-US" sz="900" dirty="0" smtClean="0">
                <a:solidFill>
                  <a:srgbClr val="FFFFFF">
                    <a:lumMod val="65000"/>
                  </a:srgbClr>
                </a:solidFill>
                <a:latin typeface="华文黑体_易方达" panose="02010600040101010101" pitchFamily="2" charset="-122"/>
                <a:ea typeface="华文黑体_易方达" panose="02010600040101010101" pitchFamily="2" charset="-122"/>
              </a:rPr>
              <a:t>；</a:t>
            </a:r>
            <a:r>
              <a:rPr lang="en-US" altLang="zh-CN" sz="900" dirty="0" smtClean="0">
                <a:solidFill>
                  <a:srgbClr val="FFFFFF">
                    <a:lumMod val="65000"/>
                  </a:srgbClr>
                </a:solidFill>
                <a:latin typeface="华文黑体_易方达" panose="02010600040101010101" pitchFamily="2" charset="-122"/>
                <a:ea typeface="华文黑体_易方达" panose="02010600040101010101" pitchFamily="2" charset="-122"/>
              </a:rPr>
              <a:t>B150</a:t>
            </a:r>
            <a:r>
              <a:rPr lang="zh-CN" altLang="en-US" sz="900" dirty="0" smtClean="0">
                <a:solidFill>
                  <a:srgbClr val="FFFFFF">
                    <a:lumMod val="65000"/>
                  </a:srgbClr>
                </a:solidFill>
                <a:latin typeface="华文黑体_易方达" panose="02010600040101010101" pitchFamily="2" charset="-122"/>
                <a:ea typeface="华文黑体_易方达" panose="02010600040101010101" pitchFamily="2" charset="-122"/>
              </a:rPr>
              <a:t>）</a:t>
            </a:r>
          </a:p>
        </p:txBody>
      </p:sp>
      <p:pic>
        <p:nvPicPr>
          <p:cNvPr id="13" name="图片 12"/>
          <p:cNvPicPr>
            <a:picLocks noChangeAspect="1"/>
          </p:cNvPicPr>
          <p:nvPr userDrawn="1"/>
        </p:nvPicPr>
        <p:blipFill>
          <a:blip r:embed="rId4">
            <a:extLst>
              <a:ext uri="{28A0092B-C50C-407E-A947-70E740481C1C}">
                <a14:useLocalDpi xmlns:a14="http://schemas.microsoft.com/office/drawing/2010/main" val="0"/>
              </a:ext>
            </a:extLst>
          </a:blip>
          <a:stretch>
            <a:fillRect/>
          </a:stretch>
        </p:blipFill>
        <p:spPr>
          <a:xfrm>
            <a:off x="7299995" y="81588"/>
            <a:ext cx="1480616" cy="629304"/>
          </a:xfrm>
          <a:prstGeom prst="rect">
            <a:avLst/>
          </a:prstGeom>
        </p:spPr>
      </p:pic>
      <p:sp>
        <p:nvSpPr>
          <p:cNvPr id="16" name="文本框 15"/>
          <p:cNvSpPr txBox="1"/>
          <p:nvPr userDrawn="1"/>
        </p:nvSpPr>
        <p:spPr>
          <a:xfrm>
            <a:off x="283240" y="4755705"/>
            <a:ext cx="2576919" cy="215444"/>
          </a:xfrm>
          <a:prstGeom prst="rect">
            <a:avLst/>
          </a:prstGeom>
          <a:noFill/>
        </p:spPr>
        <p:txBody>
          <a:bodyPr wrap="square" rtlCol="0">
            <a:spAutoFit/>
          </a:bodyPr>
          <a:lstStyle/>
          <a:p>
            <a:r>
              <a:rPr lang="en-US" altLang="zh-CN" sz="800" dirty="0" smtClean="0">
                <a:solidFill>
                  <a:srgbClr val="3C3C3C"/>
                </a:solidFill>
                <a:latin typeface="Arial"/>
                <a:ea typeface="华文黑体_易方达" panose="02010600040101010101" pitchFamily="2" charset="-122"/>
                <a:cs typeface="华文黑体" panose="02010600040101010101" pitchFamily="2" charset="-122"/>
              </a:rPr>
              <a:t>E Fund Management Co., Ltd.</a:t>
            </a:r>
            <a:endParaRPr lang="zh-CN" altLang="en-US" sz="800" dirty="0" smtClean="0">
              <a:solidFill>
                <a:srgbClr val="3C3C3C"/>
              </a:solidFill>
              <a:latin typeface="Arial"/>
              <a:ea typeface="华文黑体_易方达" panose="02010600040101010101" pitchFamily="2" charset="-122"/>
              <a:cs typeface="华文黑体" panose="02010600040101010101" pitchFamily="2" charset="-122"/>
            </a:endParaRPr>
          </a:p>
        </p:txBody>
      </p:sp>
      <p:sp>
        <p:nvSpPr>
          <p:cNvPr id="12" name="文本框 11"/>
          <p:cNvSpPr txBox="1"/>
          <p:nvPr userDrawn="1"/>
        </p:nvSpPr>
        <p:spPr>
          <a:xfrm>
            <a:off x="3974707" y="4770358"/>
            <a:ext cx="2576919" cy="215444"/>
          </a:xfrm>
          <a:prstGeom prst="rect">
            <a:avLst/>
          </a:prstGeom>
          <a:noFill/>
        </p:spPr>
        <p:txBody>
          <a:bodyPr wrap="square" rtlCol="0">
            <a:spAutoFit/>
          </a:bodyPr>
          <a:lstStyle/>
          <a:p>
            <a:r>
              <a:rPr lang="en-US" altLang="zh-CN" sz="800" dirty="0" smtClean="0">
                <a:solidFill>
                  <a:srgbClr val="3C3C3C"/>
                </a:solidFill>
                <a:latin typeface="Arial" panose="020B0604020202020204" pitchFamily="34" charset="0"/>
                <a:ea typeface="华文黑体_易方达" panose="02010600040101010101" pitchFamily="2" charset="-122"/>
                <a:cs typeface="Arial" panose="020B0604020202020204" pitchFamily="34" charset="0"/>
              </a:rPr>
              <a:t>For Internal Use Only</a:t>
            </a:r>
            <a:endParaRPr lang="zh-CN" altLang="en-US" sz="800" dirty="0" smtClean="0">
              <a:solidFill>
                <a:srgbClr val="3C3C3C"/>
              </a:solidFill>
              <a:latin typeface="Arial" panose="020B0604020202020204" pitchFamily="34" charset="0"/>
              <a:ea typeface="华文黑体_易方达" panose="02010600040101010101" pitchFamily="2" charset="-122"/>
              <a:cs typeface="Arial" panose="020B0604020202020204" pitchFamily="34" charset="0"/>
            </a:endParaRPr>
          </a:p>
        </p:txBody>
      </p:sp>
    </p:spTree>
    <p:extLst>
      <p:ext uri="{BB962C8B-B14F-4D97-AF65-F5344CB8AC3E}">
        <p14:creationId xmlns:p14="http://schemas.microsoft.com/office/powerpoint/2010/main" val="855976119"/>
      </p:ext>
    </p:extLst>
  </p:cSld>
  <p:clrMapOvr>
    <a:masterClrMapping/>
  </p:clrMapOvr>
  <p:timing>
    <p:tnLst>
      <p:par>
        <p:cTn id="1" dur="indefinite" restart="never" nodeType="tmRoot"/>
      </p:par>
    </p:tnLst>
  </p:timing>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userDrawn="1">
  <p:cSld name="表格内容1">
    <p:spTree>
      <p:nvGrpSpPr>
        <p:cNvPr id="1" name=""/>
        <p:cNvGrpSpPr/>
        <p:nvPr/>
      </p:nvGrpSpPr>
      <p:grpSpPr>
        <a:xfrm>
          <a:off x="0" y="0"/>
          <a:ext cx="0" cy="0"/>
          <a:chOff x="0" y="0"/>
          <a:chExt cx="0" cy="0"/>
        </a:xfrm>
      </p:grpSpPr>
      <p:pic>
        <p:nvPicPr>
          <p:cNvPr id="9" name="Picture 8" descr="Bar_1.png"/>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0" y="0"/>
            <a:ext cx="9144000" cy="792480"/>
          </a:xfrm>
          <a:prstGeom prst="rect">
            <a:avLst/>
          </a:prstGeom>
        </p:spPr>
      </p:pic>
      <p:sp>
        <p:nvSpPr>
          <p:cNvPr id="16" name="Rectangle 21"/>
          <p:cNvSpPr>
            <a:spLocks noGrp="1" noChangeArrowheads="1"/>
          </p:cNvSpPr>
          <p:nvPr>
            <p:ph type="title" hasCustomPrompt="1"/>
          </p:nvPr>
        </p:nvSpPr>
        <p:spPr bwMode="auto">
          <a:xfrm>
            <a:off x="363151" y="211632"/>
            <a:ext cx="6268655" cy="268047"/>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 uri="{FAA26D3D-D897-4be2-8F04-BA451C77F1D7}">
              <ma14:placeholderFlag xmlns="" xmlns:ma14="http://schemas.microsoft.com/office/mac/drawingml/2011/main" val="1"/>
            </a:ext>
          </a:extLst>
        </p:spPr>
        <p:txBody>
          <a:bodyPr vert="horz" wrap="square" lIns="0" tIns="0" rIns="0" bIns="45720" numCol="1" anchor="t" anchorCtr="0" compatLnSpc="1">
            <a:prstTxWarp prst="textNoShape">
              <a:avLst/>
            </a:prstTxWarp>
          </a:bodyPr>
          <a:lstStyle>
            <a:lvl1pPr marL="0" marR="0" indent="0" algn="l" defTabSz="914400" rtl="0" eaLnBrk="1" fontAlgn="base" latinLnBrk="0" hangingPunct="1">
              <a:lnSpc>
                <a:spcPct val="100000"/>
              </a:lnSpc>
              <a:spcBef>
                <a:spcPct val="0"/>
              </a:spcBef>
              <a:spcAft>
                <a:spcPct val="0"/>
              </a:spcAft>
              <a:buClrTx/>
              <a:buSzTx/>
              <a:buFontTx/>
              <a:buNone/>
              <a:tabLst/>
              <a:defRPr sz="2300" b="1">
                <a:solidFill>
                  <a:schemeClr val="bg1"/>
                </a:solidFill>
                <a:latin typeface="+mn-lt"/>
                <a:ea typeface="华文黑体_易方达" panose="02010600040101010101" pitchFamily="2" charset="-122"/>
              </a:defRPr>
            </a:lvl1pPr>
          </a:lstStyle>
          <a:p>
            <a:pPr lvl="0"/>
            <a:r>
              <a:rPr lang="en-US" altLang="zh-CN" dirty="0" smtClean="0"/>
              <a:t>Click  to add title</a:t>
            </a:r>
            <a:endParaRPr lang="en-US" dirty="0" smtClean="0"/>
          </a:p>
        </p:txBody>
      </p:sp>
      <p:sp>
        <p:nvSpPr>
          <p:cNvPr id="17" name="Rectangle 22"/>
          <p:cNvSpPr>
            <a:spLocks noGrp="1" noChangeAspect="1" noChangeArrowheads="1"/>
          </p:cNvSpPr>
          <p:nvPr>
            <p:ph idx="10" hasCustomPrompt="1"/>
          </p:nvPr>
        </p:nvSpPr>
        <p:spPr bwMode="auto">
          <a:xfrm>
            <a:off x="360363" y="1296527"/>
            <a:ext cx="8432609" cy="931334"/>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 uri="{FAA26D3D-D897-4be2-8F04-BA451C77F1D7}">
              <ma14:placeholderFlag xmlns="" xmlns:ma14="http://schemas.microsoft.com/office/mac/drawingml/2011/main" val="1"/>
            </a:ext>
          </a:extLst>
        </p:spPr>
        <p:txBody>
          <a:bodyPr vert="horz" wrap="square" lIns="0" tIns="0" rIns="0" bIns="0" numCol="1" anchor="t" anchorCtr="0" compatLnSpc="1">
            <a:prstTxWarp prst="textNoShape">
              <a:avLst/>
            </a:prstTxWarp>
          </a:bodyPr>
          <a:lstStyle>
            <a:lvl1pPr marL="0" marR="0" indent="0" algn="l" defTabSz="914400" rtl="0" eaLnBrk="1" fontAlgn="base" latinLnBrk="0" hangingPunct="1">
              <a:lnSpc>
                <a:spcPts val="1800"/>
              </a:lnSpc>
              <a:spcBef>
                <a:spcPts val="0"/>
              </a:spcBef>
              <a:spcAft>
                <a:spcPct val="0"/>
              </a:spcAft>
              <a:buClrTx/>
              <a:buSzTx/>
              <a:buFontTx/>
              <a:buNone/>
              <a:tabLst/>
              <a:defRPr sz="1500" b="0" baseline="0">
                <a:solidFill>
                  <a:srgbClr val="005096"/>
                </a:solidFill>
                <a:latin typeface="+mn-lt"/>
                <a:ea typeface="华文黑体_易方达" panose="02010600040101010101" pitchFamily="2" charset="-122"/>
              </a:defRPr>
            </a:lvl1pPr>
            <a:lvl2pPr algn="l">
              <a:lnSpc>
                <a:spcPts val="2400"/>
              </a:lnSpc>
              <a:buFontTx/>
              <a:buNone/>
              <a:defRPr sz="1500" baseline="0">
                <a:solidFill>
                  <a:schemeClr val="bg1"/>
                </a:solidFill>
                <a:latin typeface="Arial"/>
              </a:defRPr>
            </a:lvl2pPr>
            <a:lvl3pPr>
              <a:buFontTx/>
              <a:buNone/>
              <a:defRPr/>
            </a:lvl3pPr>
            <a:lvl4pPr>
              <a:buFontTx/>
              <a:buNone/>
              <a:defRPr/>
            </a:lvl4pPr>
            <a:lvl5pPr>
              <a:buFontTx/>
              <a:buNone/>
              <a:defRPr/>
            </a:lvl5pPr>
          </a:lstStyle>
          <a:p>
            <a:pPr lvl="0"/>
            <a:r>
              <a:rPr lang="en-US" altLang="zh-CN" dirty="0" smtClean="0"/>
              <a:t>Click  to add title</a:t>
            </a:r>
            <a:br>
              <a:rPr lang="en-US" altLang="zh-CN" dirty="0" smtClean="0"/>
            </a:br>
            <a:endParaRPr lang="en-US" dirty="0" smtClean="0"/>
          </a:p>
        </p:txBody>
      </p:sp>
      <p:sp>
        <p:nvSpPr>
          <p:cNvPr id="21" name="Slide Number Placeholder 5"/>
          <p:cNvSpPr txBox="1">
            <a:spLocks/>
          </p:cNvSpPr>
          <p:nvPr userDrawn="1"/>
        </p:nvSpPr>
        <p:spPr bwMode="auto">
          <a:xfrm>
            <a:off x="8359020" y="4791886"/>
            <a:ext cx="448205" cy="141816"/>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lIns="0" tIns="0" rIns="0" bIns="0"/>
          <a:lstStyle>
            <a:lvl1pPr eaLnBrk="0" hangingPunct="0">
              <a:defRPr sz="2400">
                <a:solidFill>
                  <a:schemeClr val="tx1"/>
                </a:solidFill>
                <a:latin typeface="Arial" charset="0"/>
                <a:ea typeface="ＭＳ Ｐゴシック" charset="0"/>
                <a:cs typeface="ＭＳ Ｐゴシック" charset="0"/>
              </a:defRPr>
            </a:lvl1pPr>
            <a:lvl2pPr marL="742950" indent="-285750" eaLnBrk="0" hangingPunct="0">
              <a:defRPr sz="2400">
                <a:solidFill>
                  <a:schemeClr val="tx1"/>
                </a:solidFill>
                <a:latin typeface="Arial" charset="0"/>
                <a:ea typeface="ＭＳ Ｐゴシック" charset="0"/>
              </a:defRPr>
            </a:lvl2pPr>
            <a:lvl3pPr marL="1143000" indent="-228600" eaLnBrk="0" hangingPunct="0">
              <a:defRPr sz="2400">
                <a:solidFill>
                  <a:schemeClr val="tx1"/>
                </a:solidFill>
                <a:latin typeface="Arial" charset="0"/>
                <a:ea typeface="ＭＳ Ｐゴシック" charset="0"/>
              </a:defRPr>
            </a:lvl3pPr>
            <a:lvl4pPr marL="1600200" indent="-228600" eaLnBrk="0" hangingPunct="0">
              <a:defRPr sz="2400">
                <a:solidFill>
                  <a:schemeClr val="tx1"/>
                </a:solidFill>
                <a:latin typeface="Arial" charset="0"/>
                <a:ea typeface="ＭＳ Ｐゴシック" charset="0"/>
              </a:defRPr>
            </a:lvl4pPr>
            <a:lvl5pPr marL="2057400" indent="-228600" eaLnBrk="0" hangingPunct="0">
              <a:defRPr sz="2400">
                <a:solidFill>
                  <a:schemeClr val="tx1"/>
                </a:solidFill>
                <a:latin typeface="Arial" charset="0"/>
                <a:ea typeface="ＭＳ Ｐゴシック" charset="0"/>
              </a:defRPr>
            </a:lvl5pPr>
            <a:lvl6pPr marL="2514600" indent="-228600" eaLnBrk="0" fontAlgn="base" hangingPunct="0">
              <a:spcBef>
                <a:spcPct val="0"/>
              </a:spcBef>
              <a:spcAft>
                <a:spcPct val="0"/>
              </a:spcAft>
              <a:defRPr sz="2400">
                <a:solidFill>
                  <a:schemeClr val="tx1"/>
                </a:solidFill>
                <a:latin typeface="Arial" charset="0"/>
                <a:ea typeface="ＭＳ Ｐゴシック" charset="0"/>
              </a:defRPr>
            </a:lvl6pPr>
            <a:lvl7pPr marL="2971800" indent="-228600" eaLnBrk="0" fontAlgn="base" hangingPunct="0">
              <a:spcBef>
                <a:spcPct val="0"/>
              </a:spcBef>
              <a:spcAft>
                <a:spcPct val="0"/>
              </a:spcAft>
              <a:defRPr sz="2400">
                <a:solidFill>
                  <a:schemeClr val="tx1"/>
                </a:solidFill>
                <a:latin typeface="Arial" charset="0"/>
                <a:ea typeface="ＭＳ Ｐゴシック" charset="0"/>
              </a:defRPr>
            </a:lvl7pPr>
            <a:lvl8pPr marL="3429000" indent="-228600" eaLnBrk="0" fontAlgn="base" hangingPunct="0">
              <a:spcBef>
                <a:spcPct val="0"/>
              </a:spcBef>
              <a:spcAft>
                <a:spcPct val="0"/>
              </a:spcAft>
              <a:defRPr sz="2400">
                <a:solidFill>
                  <a:schemeClr val="tx1"/>
                </a:solidFill>
                <a:latin typeface="Arial" charset="0"/>
                <a:ea typeface="ＭＳ Ｐゴシック" charset="0"/>
              </a:defRPr>
            </a:lvl8pPr>
            <a:lvl9pPr marL="3886200" indent="-228600" eaLnBrk="0" fontAlgn="base" hangingPunct="0">
              <a:spcBef>
                <a:spcPct val="0"/>
              </a:spcBef>
              <a:spcAft>
                <a:spcPct val="0"/>
              </a:spcAft>
              <a:defRPr sz="2400">
                <a:solidFill>
                  <a:schemeClr val="tx1"/>
                </a:solidFill>
                <a:latin typeface="Arial" charset="0"/>
                <a:ea typeface="ＭＳ Ｐゴシック" charset="0"/>
              </a:defRPr>
            </a:lvl9pPr>
          </a:lstStyle>
          <a:p>
            <a:pPr algn="r"/>
            <a:fld id="{BDAEED39-8CE5-E849-8BB2-D2203B6D9153}" type="slidenum">
              <a:rPr lang="en-US" altLang="zh-CN" sz="800" smtClean="0">
                <a:solidFill>
                  <a:srgbClr val="505050"/>
                </a:solidFill>
                <a:latin typeface="Arial"/>
                <a:ea typeface="黑体" pitchFamily="49" charset="-122"/>
                <a:cs typeface="Arial"/>
              </a:rPr>
              <a:pPr algn="r"/>
              <a:t>‹#›</a:t>
            </a:fld>
            <a:endParaRPr lang="en-US" altLang="zh-CN" sz="800" dirty="0">
              <a:solidFill>
                <a:srgbClr val="505050"/>
              </a:solidFill>
              <a:latin typeface="Arial"/>
              <a:ea typeface="黑体" pitchFamily="49" charset="-122"/>
              <a:cs typeface="Arial"/>
            </a:endParaRPr>
          </a:p>
          <a:p>
            <a:pPr algn="r"/>
            <a:endParaRPr lang="en-US" altLang="zh-CN" sz="800" dirty="0">
              <a:solidFill>
                <a:srgbClr val="505050"/>
              </a:solidFill>
              <a:latin typeface="Arial"/>
              <a:ea typeface="黑体" pitchFamily="49" charset="-122"/>
              <a:cs typeface="Arial"/>
            </a:endParaRPr>
          </a:p>
        </p:txBody>
      </p:sp>
      <p:pic>
        <p:nvPicPr>
          <p:cNvPr id="11" name="Picture 5" descr="Line.png"/>
          <p:cNvPicPr>
            <a:picLocks noChangeAspect="1"/>
          </p:cNvPicPr>
          <p:nvPr userDrawn="1"/>
        </p:nvPicPr>
        <p:blipFill>
          <a:blip r:embed="rId3">
            <a:extLst>
              <a:ext uri="{28A0092B-C50C-407E-A947-70E740481C1C}">
                <a14:useLocalDpi xmlns:a14="http://schemas.microsoft.com/office/drawing/2010/main" val="0"/>
              </a:ext>
            </a:extLst>
          </a:blip>
          <a:stretch>
            <a:fillRect/>
          </a:stretch>
        </p:blipFill>
        <p:spPr>
          <a:xfrm>
            <a:off x="368300" y="4729417"/>
            <a:ext cx="8424672" cy="6096"/>
          </a:xfrm>
          <a:prstGeom prst="rect">
            <a:avLst/>
          </a:prstGeom>
          <a:ln>
            <a:solidFill>
              <a:schemeClr val="bg1">
                <a:lumMod val="65000"/>
              </a:schemeClr>
            </a:solidFill>
          </a:ln>
        </p:spPr>
      </p:pic>
      <p:sp>
        <p:nvSpPr>
          <p:cNvPr id="2" name="矩形 1"/>
          <p:cNvSpPr/>
          <p:nvPr userDrawn="1"/>
        </p:nvSpPr>
        <p:spPr>
          <a:xfrm>
            <a:off x="-1400475" y="1269871"/>
            <a:ext cx="1400475" cy="3277820"/>
          </a:xfrm>
          <a:prstGeom prst="rect">
            <a:avLst/>
          </a:prstGeom>
        </p:spPr>
        <p:txBody>
          <a:bodyPr wrap="square">
            <a:spAutoFit/>
          </a:bodyPr>
          <a:lstStyle/>
          <a:p>
            <a:r>
              <a:rPr lang="zh-CN" altLang="en-US" sz="900" dirty="0" smtClean="0">
                <a:solidFill>
                  <a:srgbClr val="FFFFFF">
                    <a:lumMod val="65000"/>
                  </a:srgbClr>
                </a:solidFill>
                <a:latin typeface="华文黑体_易方达" panose="02010600040101010101" pitchFamily="2" charset="-122"/>
                <a:ea typeface="华文黑体_易方达" panose="02010600040101010101" pitchFamily="2" charset="-122"/>
              </a:rPr>
              <a:t>1. 表格标题文字为</a:t>
            </a:r>
            <a:r>
              <a:rPr lang="en-US" altLang="zh-CN" sz="900" dirty="0" smtClean="0">
                <a:solidFill>
                  <a:srgbClr val="FFFFFF">
                    <a:lumMod val="65000"/>
                  </a:srgbClr>
                </a:solidFill>
                <a:latin typeface="华文黑体_易方达" panose="02010600040101010101" pitchFamily="2" charset="-122"/>
                <a:ea typeface="华文黑体_易方达" panose="02010600040101010101" pitchFamily="2" charset="-122"/>
              </a:rPr>
              <a:t>Arial</a:t>
            </a:r>
            <a:r>
              <a:rPr lang="zh-CN" altLang="en-US" sz="900" dirty="0" smtClean="0">
                <a:solidFill>
                  <a:srgbClr val="FFFFFF">
                    <a:lumMod val="65000"/>
                  </a:srgbClr>
                </a:solidFill>
                <a:latin typeface="华文黑体_易方达" panose="02010600040101010101" pitchFamily="2" charset="-122"/>
                <a:ea typeface="华文黑体_易方达" panose="02010600040101010101" pitchFamily="2" charset="-122"/>
              </a:rPr>
              <a:t>，颜色深蓝（R0，G80，B150）</a:t>
            </a:r>
            <a:endParaRPr lang="en-US" altLang="zh-CN" sz="900" dirty="0" smtClean="0">
              <a:solidFill>
                <a:srgbClr val="FFFFFF">
                  <a:lumMod val="65000"/>
                </a:srgbClr>
              </a:solidFill>
              <a:latin typeface="华文黑体_易方达" panose="02010600040101010101" pitchFamily="2" charset="-122"/>
              <a:ea typeface="华文黑体_易方达" panose="02010600040101010101" pitchFamily="2" charset="-122"/>
            </a:endParaRPr>
          </a:p>
          <a:p>
            <a:endParaRPr lang="en-US" altLang="zh-CN" sz="900" dirty="0" smtClean="0">
              <a:solidFill>
                <a:srgbClr val="FFFFFF">
                  <a:lumMod val="65000"/>
                </a:srgbClr>
              </a:solidFill>
              <a:latin typeface="华文黑体_易方达" panose="02010600040101010101" pitchFamily="2" charset="-122"/>
              <a:ea typeface="华文黑体_易方达" panose="02010600040101010101" pitchFamily="2" charset="-122"/>
            </a:endParaRPr>
          </a:p>
          <a:p>
            <a:r>
              <a:rPr lang="zh-CN" altLang="en-US" sz="900" dirty="0" smtClean="0">
                <a:solidFill>
                  <a:srgbClr val="FFFFFF">
                    <a:lumMod val="65000"/>
                  </a:srgbClr>
                </a:solidFill>
                <a:latin typeface="华文黑体_易方达" panose="02010600040101010101" pitchFamily="2" charset="-122"/>
                <a:ea typeface="华文黑体_易方达" panose="02010600040101010101" pitchFamily="2" charset="-122"/>
              </a:rPr>
              <a:t> 2. 表头背景颜色为亮蓝（R30，G185，B225），字体为白色加粗 </a:t>
            </a:r>
            <a:endParaRPr lang="en-US" altLang="zh-CN" sz="900" dirty="0" smtClean="0">
              <a:solidFill>
                <a:srgbClr val="FFFFFF">
                  <a:lumMod val="65000"/>
                </a:srgbClr>
              </a:solidFill>
              <a:latin typeface="华文黑体_易方达" panose="02010600040101010101" pitchFamily="2" charset="-122"/>
              <a:ea typeface="华文黑体_易方达" panose="02010600040101010101" pitchFamily="2" charset="-122"/>
            </a:endParaRPr>
          </a:p>
          <a:p>
            <a:endParaRPr lang="en-US" altLang="zh-CN" sz="900" dirty="0" smtClean="0">
              <a:solidFill>
                <a:srgbClr val="FFFFFF">
                  <a:lumMod val="65000"/>
                </a:srgbClr>
              </a:solidFill>
              <a:latin typeface="华文黑体_易方达" panose="02010600040101010101" pitchFamily="2" charset="-122"/>
              <a:ea typeface="华文黑体_易方达" panose="02010600040101010101" pitchFamily="2" charset="-122"/>
            </a:endParaRPr>
          </a:p>
          <a:p>
            <a:r>
              <a:rPr lang="zh-CN" altLang="en-US" sz="900" dirty="0" smtClean="0">
                <a:solidFill>
                  <a:srgbClr val="FFFFFF">
                    <a:lumMod val="65000"/>
                  </a:srgbClr>
                </a:solidFill>
                <a:latin typeface="华文黑体_易方达" panose="02010600040101010101" pitchFamily="2" charset="-122"/>
                <a:ea typeface="华文黑体_易方达" panose="02010600040101010101" pitchFamily="2" charset="-122"/>
              </a:rPr>
              <a:t>3. 表格内文字字体统一为</a:t>
            </a:r>
            <a:r>
              <a:rPr lang="en-US" altLang="zh-CN" sz="900" dirty="0" smtClean="0">
                <a:solidFill>
                  <a:srgbClr val="FFFFFF">
                    <a:lumMod val="65000"/>
                  </a:srgbClr>
                </a:solidFill>
                <a:latin typeface="华文黑体_易方达" panose="02010600040101010101" pitchFamily="2" charset="-122"/>
                <a:ea typeface="华文黑体_易方达" panose="02010600040101010101" pitchFamily="2" charset="-122"/>
              </a:rPr>
              <a:t>Arial</a:t>
            </a:r>
            <a:r>
              <a:rPr lang="zh-CN" altLang="en-US" sz="900" dirty="0" smtClean="0">
                <a:solidFill>
                  <a:srgbClr val="FFFFFF">
                    <a:lumMod val="65000"/>
                  </a:srgbClr>
                </a:solidFill>
                <a:latin typeface="华文黑体_易方达" panose="02010600040101010101" pitchFamily="2" charset="-122"/>
                <a:ea typeface="华文黑体_易方达" panose="02010600040101010101" pitchFamily="2" charset="-122"/>
              </a:rPr>
              <a:t>，字体颜色为灰色（R60，G60，B60） </a:t>
            </a:r>
            <a:endParaRPr lang="en-US" altLang="zh-CN" sz="900" dirty="0" smtClean="0">
              <a:solidFill>
                <a:srgbClr val="FFFFFF">
                  <a:lumMod val="65000"/>
                </a:srgbClr>
              </a:solidFill>
              <a:latin typeface="华文黑体_易方达" panose="02010600040101010101" pitchFamily="2" charset="-122"/>
              <a:ea typeface="华文黑体_易方达" panose="02010600040101010101" pitchFamily="2" charset="-122"/>
            </a:endParaRPr>
          </a:p>
          <a:p>
            <a:endParaRPr lang="en-US" altLang="zh-CN" sz="900" dirty="0" smtClean="0">
              <a:solidFill>
                <a:srgbClr val="FFFFFF">
                  <a:lumMod val="65000"/>
                </a:srgbClr>
              </a:solidFill>
              <a:latin typeface="华文黑体_易方达" panose="02010600040101010101" pitchFamily="2" charset="-122"/>
              <a:ea typeface="华文黑体_易方达" panose="02010600040101010101" pitchFamily="2" charset="-122"/>
            </a:endParaRPr>
          </a:p>
          <a:p>
            <a:r>
              <a:rPr lang="zh-CN" altLang="en-US" sz="900" dirty="0" smtClean="0">
                <a:solidFill>
                  <a:srgbClr val="FFFFFF">
                    <a:lumMod val="65000"/>
                  </a:srgbClr>
                </a:solidFill>
                <a:latin typeface="华文黑体_易方达" panose="02010600040101010101" pitchFamily="2" charset="-122"/>
                <a:ea typeface="华文黑体_易方达" panose="02010600040101010101" pitchFamily="2" charset="-122"/>
              </a:rPr>
              <a:t>4. 表格数字字体统一为Arial，字体颜色为灰色，同上 </a:t>
            </a:r>
            <a:endParaRPr lang="en-US" altLang="zh-CN" sz="900" dirty="0" smtClean="0">
              <a:solidFill>
                <a:srgbClr val="FFFFFF">
                  <a:lumMod val="65000"/>
                </a:srgbClr>
              </a:solidFill>
              <a:latin typeface="华文黑体_易方达" panose="02010600040101010101" pitchFamily="2" charset="-122"/>
              <a:ea typeface="华文黑体_易方达" panose="02010600040101010101" pitchFamily="2" charset="-122"/>
            </a:endParaRPr>
          </a:p>
          <a:p>
            <a:endParaRPr lang="en-US" altLang="zh-CN" sz="900" dirty="0" smtClean="0">
              <a:solidFill>
                <a:srgbClr val="FFFFFF">
                  <a:lumMod val="65000"/>
                </a:srgbClr>
              </a:solidFill>
              <a:latin typeface="华文黑体_易方达" panose="02010600040101010101" pitchFamily="2" charset="-122"/>
              <a:ea typeface="华文黑体_易方达" panose="02010600040101010101" pitchFamily="2" charset="-122"/>
            </a:endParaRPr>
          </a:p>
          <a:p>
            <a:r>
              <a:rPr lang="zh-CN" altLang="en-US" sz="900" dirty="0" smtClean="0">
                <a:solidFill>
                  <a:srgbClr val="FFFFFF">
                    <a:lumMod val="65000"/>
                  </a:srgbClr>
                </a:solidFill>
                <a:latin typeface="华文黑体_易方达" panose="02010600040101010101" pitchFamily="2" charset="-122"/>
                <a:ea typeface="华文黑体_易方达" panose="02010600040101010101" pitchFamily="2" charset="-122"/>
              </a:rPr>
              <a:t>5. 表格背景色为灰色（R242，G242，B242）或白色 </a:t>
            </a:r>
            <a:endParaRPr lang="en-US" altLang="zh-CN" sz="900" dirty="0" smtClean="0">
              <a:solidFill>
                <a:srgbClr val="FFFFFF">
                  <a:lumMod val="65000"/>
                </a:srgbClr>
              </a:solidFill>
              <a:latin typeface="华文黑体_易方达" panose="02010600040101010101" pitchFamily="2" charset="-122"/>
              <a:ea typeface="华文黑体_易方达" panose="02010600040101010101" pitchFamily="2" charset="-122"/>
            </a:endParaRPr>
          </a:p>
          <a:p>
            <a:endParaRPr lang="en-US" altLang="zh-CN" sz="900" dirty="0" smtClean="0">
              <a:solidFill>
                <a:srgbClr val="FFFFFF">
                  <a:lumMod val="65000"/>
                </a:srgbClr>
              </a:solidFill>
              <a:latin typeface="华文黑体_易方达" panose="02010600040101010101" pitchFamily="2" charset="-122"/>
              <a:ea typeface="华文黑体_易方达" panose="02010600040101010101" pitchFamily="2" charset="-122"/>
            </a:endParaRPr>
          </a:p>
          <a:p>
            <a:r>
              <a:rPr lang="zh-CN" altLang="en-US" sz="900" dirty="0" smtClean="0">
                <a:solidFill>
                  <a:srgbClr val="FFFFFF">
                    <a:lumMod val="65000"/>
                  </a:srgbClr>
                </a:solidFill>
                <a:latin typeface="华文黑体_易方达" panose="02010600040101010101" pitchFamily="2" charset="-122"/>
                <a:ea typeface="华文黑体_易方达" panose="02010600040101010101" pitchFamily="2" charset="-122"/>
              </a:rPr>
              <a:t>表内文字、数字等的字体大小可根据需要调整所有图表不使用边框</a:t>
            </a:r>
            <a:endParaRPr lang="zh-CN" altLang="en-US" sz="900" dirty="0">
              <a:solidFill>
                <a:srgbClr val="FFFFFF">
                  <a:lumMod val="65000"/>
                </a:srgbClr>
              </a:solidFill>
              <a:latin typeface="华文黑体_易方达" panose="02010600040101010101" pitchFamily="2" charset="-122"/>
              <a:ea typeface="华文黑体_易方达" panose="02010600040101010101" pitchFamily="2" charset="-122"/>
            </a:endParaRPr>
          </a:p>
        </p:txBody>
      </p:sp>
      <p:sp>
        <p:nvSpPr>
          <p:cNvPr id="4" name="表格占位符 3"/>
          <p:cNvSpPr>
            <a:spLocks noGrp="1"/>
          </p:cNvSpPr>
          <p:nvPr>
            <p:ph type="tbl" sz="quarter" idx="11"/>
          </p:nvPr>
        </p:nvSpPr>
        <p:spPr>
          <a:xfrm>
            <a:off x="368300" y="2743200"/>
            <a:ext cx="8412163" cy="1636713"/>
          </a:xfrm>
          <a:prstGeom prst="rect">
            <a:avLst/>
          </a:prstGeom>
        </p:spPr>
        <p:txBody>
          <a:bodyPr/>
          <a:lstStyle/>
          <a:p>
            <a:r>
              <a:rPr lang="zh-CN" altLang="en-US" smtClean="0"/>
              <a:t>单击图标添加表格</a:t>
            </a:r>
            <a:endParaRPr lang="zh-CN" altLang="en-US"/>
          </a:p>
        </p:txBody>
      </p:sp>
      <p:pic>
        <p:nvPicPr>
          <p:cNvPr id="13" name="图片 12"/>
          <p:cNvPicPr>
            <a:picLocks noChangeAspect="1"/>
          </p:cNvPicPr>
          <p:nvPr userDrawn="1"/>
        </p:nvPicPr>
        <p:blipFill>
          <a:blip r:embed="rId4">
            <a:extLst>
              <a:ext uri="{28A0092B-C50C-407E-A947-70E740481C1C}">
                <a14:useLocalDpi xmlns:a14="http://schemas.microsoft.com/office/drawing/2010/main" val="0"/>
              </a:ext>
            </a:extLst>
          </a:blip>
          <a:stretch>
            <a:fillRect/>
          </a:stretch>
        </p:blipFill>
        <p:spPr>
          <a:xfrm>
            <a:off x="7299995" y="81588"/>
            <a:ext cx="1480616" cy="629304"/>
          </a:xfrm>
          <a:prstGeom prst="rect">
            <a:avLst/>
          </a:prstGeom>
        </p:spPr>
      </p:pic>
      <p:sp>
        <p:nvSpPr>
          <p:cNvPr id="14" name="文本框 13"/>
          <p:cNvSpPr txBox="1"/>
          <p:nvPr userDrawn="1"/>
        </p:nvSpPr>
        <p:spPr>
          <a:xfrm>
            <a:off x="283240" y="4755705"/>
            <a:ext cx="2576919" cy="215444"/>
          </a:xfrm>
          <a:prstGeom prst="rect">
            <a:avLst/>
          </a:prstGeom>
          <a:noFill/>
        </p:spPr>
        <p:txBody>
          <a:bodyPr wrap="square" rtlCol="0">
            <a:spAutoFit/>
          </a:bodyPr>
          <a:lstStyle/>
          <a:p>
            <a:r>
              <a:rPr lang="en-US" altLang="zh-CN" sz="800" dirty="0" smtClean="0">
                <a:solidFill>
                  <a:srgbClr val="3C3C3C"/>
                </a:solidFill>
                <a:latin typeface="Arial"/>
                <a:ea typeface="华文黑体_易方达" panose="02010600040101010101" pitchFamily="2" charset="-122"/>
                <a:cs typeface="华文黑体" panose="02010600040101010101" pitchFamily="2" charset="-122"/>
              </a:rPr>
              <a:t>E Fund Management Co., Ltd.</a:t>
            </a:r>
            <a:endParaRPr lang="zh-CN" altLang="en-US" sz="800" dirty="0" smtClean="0">
              <a:solidFill>
                <a:srgbClr val="3C3C3C"/>
              </a:solidFill>
              <a:latin typeface="Arial"/>
              <a:ea typeface="华文黑体_易方达" panose="02010600040101010101" pitchFamily="2" charset="-122"/>
              <a:cs typeface="华文黑体" panose="02010600040101010101" pitchFamily="2" charset="-122"/>
            </a:endParaRPr>
          </a:p>
        </p:txBody>
      </p:sp>
      <p:sp>
        <p:nvSpPr>
          <p:cNvPr id="15" name="文本框 14"/>
          <p:cNvSpPr txBox="1"/>
          <p:nvPr userDrawn="1"/>
        </p:nvSpPr>
        <p:spPr>
          <a:xfrm>
            <a:off x="3974707" y="4770358"/>
            <a:ext cx="2576919" cy="215444"/>
          </a:xfrm>
          <a:prstGeom prst="rect">
            <a:avLst/>
          </a:prstGeom>
          <a:noFill/>
        </p:spPr>
        <p:txBody>
          <a:bodyPr wrap="square" rtlCol="0">
            <a:spAutoFit/>
          </a:bodyPr>
          <a:lstStyle/>
          <a:p>
            <a:r>
              <a:rPr lang="en-US" altLang="zh-CN" sz="800" dirty="0" smtClean="0">
                <a:solidFill>
                  <a:srgbClr val="3C3C3C"/>
                </a:solidFill>
                <a:latin typeface="Arial" panose="020B0604020202020204" pitchFamily="34" charset="0"/>
                <a:ea typeface="华文黑体_易方达" panose="02010600040101010101" pitchFamily="2" charset="-122"/>
                <a:cs typeface="Arial" panose="020B0604020202020204" pitchFamily="34" charset="0"/>
              </a:rPr>
              <a:t>For Internal Use Only</a:t>
            </a:r>
            <a:endParaRPr lang="zh-CN" altLang="en-US" sz="800" dirty="0" smtClean="0">
              <a:solidFill>
                <a:srgbClr val="3C3C3C"/>
              </a:solidFill>
              <a:latin typeface="Arial" panose="020B0604020202020204" pitchFamily="34" charset="0"/>
              <a:ea typeface="华文黑体_易方达" panose="02010600040101010101" pitchFamily="2" charset="-122"/>
              <a:cs typeface="Arial" panose="020B0604020202020204" pitchFamily="34" charset="0"/>
            </a:endParaRPr>
          </a:p>
        </p:txBody>
      </p:sp>
    </p:spTree>
    <p:extLst>
      <p:ext uri="{BB962C8B-B14F-4D97-AF65-F5344CB8AC3E}">
        <p14:creationId xmlns:p14="http://schemas.microsoft.com/office/powerpoint/2010/main" val="4198566065"/>
      </p:ext>
    </p:extLst>
  </p:cSld>
  <p:clrMapOvr>
    <a:masterClrMapping/>
  </p:clrMapOvr>
  <p:timing>
    <p:tnLst>
      <p:par>
        <p:cTn id="1" dur="indefinite" restart="never" nodeType="tmRoot"/>
      </p:par>
    </p:tnLst>
  </p:timing>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userDrawn="1">
  <p:cSld name="2_结尾页">
    <p:spTree>
      <p:nvGrpSpPr>
        <p:cNvPr id="1" name=""/>
        <p:cNvGrpSpPr/>
        <p:nvPr/>
      </p:nvGrpSpPr>
      <p:grpSpPr>
        <a:xfrm>
          <a:off x="0" y="0"/>
          <a:ext cx="0" cy="0"/>
          <a:chOff x="0" y="0"/>
          <a:chExt cx="0" cy="0"/>
        </a:xfrm>
      </p:grpSpPr>
      <p:pic>
        <p:nvPicPr>
          <p:cNvPr id="5" name="Picture 4" descr="Bar_1.png"/>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0" y="4355783"/>
            <a:ext cx="9144000" cy="792480"/>
          </a:xfrm>
          <a:prstGeom prst="rect">
            <a:avLst/>
          </a:prstGeom>
        </p:spPr>
      </p:pic>
      <p:sp>
        <p:nvSpPr>
          <p:cNvPr id="14" name="Rectangle 22"/>
          <p:cNvSpPr>
            <a:spLocks noGrp="1" noChangeAspect="1" noChangeArrowheads="1"/>
          </p:cNvSpPr>
          <p:nvPr>
            <p:ph idx="10" hasCustomPrompt="1"/>
          </p:nvPr>
        </p:nvSpPr>
        <p:spPr bwMode="auto">
          <a:xfrm>
            <a:off x="349052" y="1188517"/>
            <a:ext cx="4857750" cy="2087746"/>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 uri="{FAA26D3D-D897-4be2-8F04-BA451C77F1D7}">
              <ma14:placeholderFlag xmlns="" xmlns:ma14="http://schemas.microsoft.com/office/mac/drawingml/2011/main" val="1"/>
            </a:ext>
          </a:extLst>
        </p:spPr>
        <p:txBody>
          <a:bodyPr vert="horz" wrap="square" lIns="0" tIns="0" rIns="0" bIns="0" numCol="1" anchor="t" anchorCtr="0" compatLnSpc="1">
            <a:prstTxWarp prst="textNoShape">
              <a:avLst/>
            </a:prstTxWarp>
          </a:bodyPr>
          <a:lstStyle>
            <a:lvl1pPr marL="0" indent="0" algn="l">
              <a:lnSpc>
                <a:spcPct val="100000"/>
              </a:lnSpc>
              <a:buFontTx/>
              <a:buNone/>
              <a:defRPr lang="zh-CN" altLang="en-US" sz="4500" b="1" i="0" kern="1200" dirty="0" smtClean="0">
                <a:solidFill>
                  <a:srgbClr val="005096"/>
                </a:solidFill>
                <a:latin typeface="+mn-lt"/>
                <a:ea typeface="华文黑体_易方达" panose="02010600040101010101" pitchFamily="2" charset="-122"/>
                <a:cs typeface="华文黑体" panose="02010600040101010101" pitchFamily="2" charset="-122"/>
              </a:defRPr>
            </a:lvl1pPr>
            <a:lvl2pPr algn="l">
              <a:lnSpc>
                <a:spcPts val="2400"/>
              </a:lnSpc>
              <a:buFontTx/>
              <a:buNone/>
              <a:defRPr sz="1500" baseline="0">
                <a:solidFill>
                  <a:schemeClr val="bg1"/>
                </a:solidFill>
                <a:latin typeface="Arial"/>
              </a:defRPr>
            </a:lvl2pPr>
            <a:lvl3pPr>
              <a:buFontTx/>
              <a:buNone/>
              <a:defRPr/>
            </a:lvl3pPr>
            <a:lvl4pPr>
              <a:buFontTx/>
              <a:buNone/>
              <a:defRPr/>
            </a:lvl4pPr>
            <a:lvl5pPr>
              <a:buFontTx/>
              <a:buNone/>
              <a:defRPr/>
            </a:lvl5pPr>
          </a:lstStyle>
          <a:p>
            <a:pPr lvl="0"/>
            <a:r>
              <a:rPr lang="en-US" altLang="zh-CN" dirty="0" smtClean="0"/>
              <a:t>Thank You</a:t>
            </a:r>
            <a:br>
              <a:rPr lang="en-US" altLang="zh-CN" dirty="0" smtClean="0"/>
            </a:br>
            <a:endParaRPr lang="en-US" dirty="0" smtClean="0"/>
          </a:p>
        </p:txBody>
      </p:sp>
      <p:sp>
        <p:nvSpPr>
          <p:cNvPr id="8" name="Rectangle 22"/>
          <p:cNvSpPr>
            <a:spLocks noGrp="1" noChangeAspect="1" noChangeArrowheads="1"/>
          </p:cNvSpPr>
          <p:nvPr>
            <p:ph idx="4294967295"/>
          </p:nvPr>
        </p:nvSpPr>
        <p:spPr bwMode="auto">
          <a:xfrm>
            <a:off x="3540648" y="3518916"/>
            <a:ext cx="5239963" cy="443373"/>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 uri="{FAA26D3D-D897-4be2-8F04-BA451C77F1D7}">
              <ma14:placeholderFlag xmlns="" xmlns:ma14="http://schemas.microsoft.com/office/mac/drawingml/2011/main" val="1"/>
            </a:ext>
          </a:extLst>
        </p:spPr>
        <p:txBody>
          <a:bodyPr vert="horz" wrap="square" lIns="0" tIns="0" rIns="0" bIns="0" numCol="1" anchor="t" anchorCtr="0" compatLnSpc="1">
            <a:prstTxWarp prst="textNoShape">
              <a:avLst/>
            </a:prstTxWarp>
          </a:bodyPr>
          <a:lstStyle>
            <a:lvl1pPr marL="0" marR="0" indent="0" algn="l" defTabSz="914400" rtl="0" eaLnBrk="1" fontAlgn="base" latinLnBrk="0" hangingPunct="1">
              <a:lnSpc>
                <a:spcPts val="950"/>
              </a:lnSpc>
              <a:spcBef>
                <a:spcPts val="0"/>
              </a:spcBef>
              <a:spcAft>
                <a:spcPct val="0"/>
              </a:spcAft>
              <a:buClrTx/>
              <a:buSzTx/>
              <a:buFontTx/>
              <a:buNone/>
              <a:tabLst/>
              <a:defRPr sz="800" b="0" baseline="0">
                <a:solidFill>
                  <a:schemeClr val="bg1"/>
                </a:solidFill>
                <a:latin typeface="华文黑体"/>
                <a:ea typeface="华文黑体"/>
              </a:defRPr>
            </a:lvl1pPr>
            <a:lvl2pPr algn="l">
              <a:lnSpc>
                <a:spcPts val="2400"/>
              </a:lnSpc>
              <a:buFontTx/>
              <a:buNone/>
              <a:defRPr sz="1500" baseline="0">
                <a:solidFill>
                  <a:schemeClr val="bg1"/>
                </a:solidFill>
                <a:latin typeface="Arial"/>
              </a:defRPr>
            </a:lvl2pPr>
            <a:lvl3pPr>
              <a:buFontTx/>
              <a:buNone/>
              <a:defRPr/>
            </a:lvl3pPr>
            <a:lvl4pPr>
              <a:buFontTx/>
              <a:buNone/>
              <a:defRPr/>
            </a:lvl4pPr>
            <a:lvl5pPr>
              <a:buFontTx/>
              <a:buNone/>
              <a:defRPr/>
            </a:lvl5pPr>
          </a:lstStyle>
          <a:p>
            <a:pPr lvl="0">
              <a:lnSpc>
                <a:spcPct val="150000"/>
              </a:lnSpc>
            </a:pPr>
            <a:r>
              <a:rPr lang="zh-CN" altLang="en-US" sz="1000" b="1" smtClean="0">
                <a:latin typeface="黑体" panose="02010609060101010101" pitchFamily="49" charset="-122"/>
                <a:ea typeface="黑体" panose="02010609060101010101" pitchFamily="49" charset="-122"/>
              </a:rPr>
              <a:t>编辑母版文本样式</a:t>
            </a:r>
          </a:p>
        </p:txBody>
      </p:sp>
      <p:sp>
        <p:nvSpPr>
          <p:cNvPr id="2" name="矩形 1"/>
          <p:cNvSpPr/>
          <p:nvPr userDrawn="1"/>
        </p:nvSpPr>
        <p:spPr>
          <a:xfrm>
            <a:off x="-1361975" y="1217392"/>
            <a:ext cx="1284973" cy="2446824"/>
          </a:xfrm>
          <a:prstGeom prst="rect">
            <a:avLst/>
          </a:prstGeom>
        </p:spPr>
        <p:txBody>
          <a:bodyPr wrap="square">
            <a:spAutoFit/>
          </a:bodyPr>
          <a:lstStyle/>
          <a:p>
            <a:r>
              <a:rPr lang="zh-CN" altLang="en-US" sz="900" dirty="0" smtClean="0">
                <a:solidFill>
                  <a:srgbClr val="FFFFFF">
                    <a:lumMod val="65000"/>
                  </a:srgbClr>
                </a:solidFill>
                <a:latin typeface="华文黑体_易方达" panose="02010600040101010101" pitchFamily="2" charset="-122"/>
                <a:ea typeface="华文黑体_易方达" panose="02010600040101010101" pitchFamily="2" charset="-122"/>
              </a:rPr>
              <a:t>1. 答谢词字体：</a:t>
            </a:r>
            <a:r>
              <a:rPr lang="en-US" altLang="zh-CN" sz="900" dirty="0" smtClean="0">
                <a:solidFill>
                  <a:srgbClr val="FFFFFF">
                    <a:lumMod val="65000"/>
                  </a:srgbClr>
                </a:solidFill>
                <a:latin typeface="华文黑体_易方达" panose="02010600040101010101" pitchFamily="2" charset="-122"/>
                <a:ea typeface="华文黑体_易方达" panose="02010600040101010101" pitchFamily="2" charset="-122"/>
              </a:rPr>
              <a:t>Arial</a:t>
            </a:r>
            <a:r>
              <a:rPr lang="zh-CN" altLang="en-US" sz="900" dirty="0" smtClean="0">
                <a:solidFill>
                  <a:srgbClr val="FFFFFF">
                    <a:lumMod val="65000"/>
                  </a:srgbClr>
                </a:solidFill>
                <a:latin typeface="华文黑体_易方达" panose="02010600040101010101" pitchFamily="2" charset="-122"/>
                <a:ea typeface="华文黑体_易方达" panose="02010600040101010101" pitchFamily="2" charset="-122"/>
              </a:rPr>
              <a:t>，45号，加粗，答谢词内容可根据实际需要修改 </a:t>
            </a:r>
            <a:endParaRPr lang="en-US" altLang="zh-CN" sz="900" dirty="0" smtClean="0">
              <a:solidFill>
                <a:srgbClr val="FFFFFF">
                  <a:lumMod val="65000"/>
                </a:srgbClr>
              </a:solidFill>
              <a:latin typeface="华文黑体_易方达" panose="02010600040101010101" pitchFamily="2" charset="-122"/>
              <a:ea typeface="华文黑体_易方达" panose="02010600040101010101" pitchFamily="2" charset="-122"/>
            </a:endParaRPr>
          </a:p>
          <a:p>
            <a:endParaRPr lang="en-US" altLang="zh-CN" sz="900" dirty="0" smtClean="0">
              <a:solidFill>
                <a:srgbClr val="FFFFFF">
                  <a:lumMod val="65000"/>
                </a:srgbClr>
              </a:solidFill>
              <a:latin typeface="华文黑体_易方达" panose="02010600040101010101" pitchFamily="2" charset="-122"/>
              <a:ea typeface="华文黑体_易方达" panose="02010600040101010101" pitchFamily="2" charset="-122"/>
            </a:endParaRPr>
          </a:p>
          <a:p>
            <a:r>
              <a:rPr lang="zh-CN" altLang="en-US" sz="900" dirty="0" smtClean="0">
                <a:solidFill>
                  <a:srgbClr val="FFFFFF">
                    <a:lumMod val="65000"/>
                  </a:srgbClr>
                </a:solidFill>
                <a:latin typeface="华文黑体_易方达" panose="02010600040101010101" pitchFamily="2" charset="-122"/>
                <a:ea typeface="华文黑体_易方达" panose="02010600040101010101" pitchFamily="2" charset="-122"/>
              </a:rPr>
              <a:t>2. 公司信息：Arial，11号，公司名称、处所等相关信息可根据具体需要修改</a:t>
            </a:r>
          </a:p>
          <a:p>
            <a:endParaRPr lang="en-US" altLang="zh-CN" sz="900" dirty="0" smtClean="0">
              <a:solidFill>
                <a:srgbClr val="FFFFFF">
                  <a:lumMod val="65000"/>
                </a:srgbClr>
              </a:solidFill>
              <a:latin typeface="华文黑体_易方达" panose="02010600040101010101" pitchFamily="2" charset="-122"/>
              <a:ea typeface="华文黑体_易方达" panose="02010600040101010101" pitchFamily="2" charset="-122"/>
            </a:endParaRPr>
          </a:p>
          <a:p>
            <a:endParaRPr lang="en-US" altLang="zh-CN" sz="900" dirty="0" smtClean="0">
              <a:solidFill>
                <a:srgbClr val="FFFFFF">
                  <a:lumMod val="65000"/>
                </a:srgbClr>
              </a:solidFill>
              <a:latin typeface="华文黑体_易方达" panose="02010600040101010101" pitchFamily="2" charset="-122"/>
              <a:ea typeface="华文黑体_易方达" panose="02010600040101010101" pitchFamily="2" charset="-122"/>
            </a:endParaRPr>
          </a:p>
          <a:p>
            <a:endParaRPr lang="en-US" altLang="zh-CN" sz="900" dirty="0" smtClean="0">
              <a:solidFill>
                <a:srgbClr val="FFFFFF">
                  <a:lumMod val="65000"/>
                </a:srgbClr>
              </a:solidFill>
              <a:latin typeface="华文黑体_易方达" panose="02010600040101010101" pitchFamily="2" charset="-122"/>
              <a:ea typeface="华文黑体_易方达" panose="02010600040101010101" pitchFamily="2" charset="-122"/>
            </a:endParaRPr>
          </a:p>
          <a:p>
            <a:endParaRPr lang="en-US" altLang="zh-CN" sz="900" dirty="0" smtClean="0">
              <a:solidFill>
                <a:srgbClr val="FFFFFF">
                  <a:lumMod val="65000"/>
                </a:srgbClr>
              </a:solidFill>
              <a:latin typeface="华文黑体_易方达" panose="02010600040101010101" pitchFamily="2" charset="-122"/>
              <a:ea typeface="华文黑体_易方达" panose="02010600040101010101" pitchFamily="2" charset="-122"/>
            </a:endParaRPr>
          </a:p>
          <a:p>
            <a:r>
              <a:rPr lang="zh-CN" altLang="en-US" sz="900" dirty="0" smtClean="0">
                <a:solidFill>
                  <a:srgbClr val="FFFFFF">
                    <a:lumMod val="65000"/>
                  </a:srgbClr>
                </a:solidFill>
                <a:latin typeface="华文黑体_易方达" panose="02010600040101010101" pitchFamily="2" charset="-122"/>
                <a:ea typeface="华文黑体_易方达" panose="02010600040101010101" pitchFamily="2" charset="-122"/>
              </a:rPr>
              <a:t>• 封底页不得擅自添加任何图片 </a:t>
            </a:r>
            <a:endParaRPr lang="en-US" altLang="zh-CN" sz="900" dirty="0" smtClean="0">
              <a:solidFill>
                <a:srgbClr val="FFFFFF">
                  <a:lumMod val="65000"/>
                </a:srgbClr>
              </a:solidFill>
              <a:latin typeface="华文黑体_易方达" panose="02010600040101010101" pitchFamily="2" charset="-122"/>
              <a:ea typeface="华文黑体_易方达" panose="02010600040101010101" pitchFamily="2" charset="-122"/>
            </a:endParaRPr>
          </a:p>
          <a:p>
            <a:r>
              <a:rPr lang="zh-CN" altLang="en-US" sz="900" dirty="0" smtClean="0">
                <a:solidFill>
                  <a:srgbClr val="FFFFFF">
                    <a:lumMod val="65000"/>
                  </a:srgbClr>
                </a:solidFill>
                <a:latin typeface="华文黑体_易方达" panose="02010600040101010101" pitchFamily="2" charset="-122"/>
                <a:ea typeface="华文黑体_易方达" panose="02010600040101010101" pitchFamily="2" charset="-122"/>
              </a:rPr>
              <a:t>• 文字、颜色、位置等不得擅自变</a:t>
            </a:r>
            <a:endParaRPr lang="zh-CN" altLang="en-US" sz="900" dirty="0">
              <a:solidFill>
                <a:srgbClr val="FFFFFF">
                  <a:lumMod val="65000"/>
                </a:srgbClr>
              </a:solidFill>
              <a:latin typeface="华文黑体_易方达" panose="02010600040101010101" pitchFamily="2" charset="-122"/>
              <a:ea typeface="华文黑体_易方达" panose="02010600040101010101" pitchFamily="2" charset="-122"/>
            </a:endParaRPr>
          </a:p>
        </p:txBody>
      </p:sp>
      <p:pic>
        <p:nvPicPr>
          <p:cNvPr id="7" name="图片 6"/>
          <p:cNvPicPr>
            <a:picLocks noChangeAspect="1"/>
          </p:cNvPicPr>
          <p:nvPr userDrawn="1"/>
        </p:nvPicPr>
        <p:blipFill>
          <a:blip r:embed="rId3">
            <a:extLst>
              <a:ext uri="{28A0092B-C50C-407E-A947-70E740481C1C}">
                <a14:useLocalDpi xmlns:a14="http://schemas.microsoft.com/office/drawing/2010/main" val="0"/>
              </a:ext>
            </a:extLst>
          </a:blip>
          <a:stretch>
            <a:fillRect/>
          </a:stretch>
        </p:blipFill>
        <p:spPr>
          <a:xfrm>
            <a:off x="7253163" y="4443086"/>
            <a:ext cx="1480616" cy="629304"/>
          </a:xfrm>
          <a:prstGeom prst="rect">
            <a:avLst/>
          </a:prstGeom>
        </p:spPr>
      </p:pic>
    </p:spTree>
    <p:extLst>
      <p:ext uri="{BB962C8B-B14F-4D97-AF65-F5344CB8AC3E}">
        <p14:creationId xmlns:p14="http://schemas.microsoft.com/office/powerpoint/2010/main" val="33504485"/>
      </p:ext>
    </p:extLst>
  </p:cSld>
  <p:clrMapOvr>
    <a:masterClrMapping/>
  </p:clrMapOvr>
  <p:timing>
    <p:tnLst>
      <p:par>
        <p:cTn id="1" dur="indefinite" restart="never" nodeType="tmRoot"/>
      </p:par>
    </p:tnLst>
  </p:timing>
</p:sldLayout>
</file>

<file path=ppt/slideLayouts/slideLayout13.xml><?xml version="1.0" encoding="utf-8"?>
<p:sldLayout xmlns:a="http://schemas.openxmlformats.org/drawingml/2006/main" xmlns:r="http://schemas.openxmlformats.org/officeDocument/2006/relationships" xmlns:p="http://schemas.openxmlformats.org/presentationml/2006/main" userDrawn="1">
  <p:cSld name="1_标题和内容">
    <p:spTree>
      <p:nvGrpSpPr>
        <p:cNvPr id="1" name=""/>
        <p:cNvGrpSpPr/>
        <p:nvPr/>
      </p:nvGrpSpPr>
      <p:grpSpPr>
        <a:xfrm>
          <a:off x="0" y="0"/>
          <a:ext cx="0" cy="0"/>
          <a:chOff x="0" y="0"/>
          <a:chExt cx="0" cy="0"/>
        </a:xfrm>
      </p:grpSpPr>
      <p:pic>
        <p:nvPicPr>
          <p:cNvPr id="10" name="Picture 9" descr="Bar_1.png"/>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0" y="0"/>
            <a:ext cx="9144000" cy="792480"/>
          </a:xfrm>
          <a:prstGeom prst="rect">
            <a:avLst/>
          </a:prstGeom>
        </p:spPr>
      </p:pic>
      <p:sp>
        <p:nvSpPr>
          <p:cNvPr id="17" name="Rectangle 21"/>
          <p:cNvSpPr>
            <a:spLocks noGrp="1" noChangeArrowheads="1"/>
          </p:cNvSpPr>
          <p:nvPr>
            <p:ph type="title" hasCustomPrompt="1"/>
          </p:nvPr>
        </p:nvSpPr>
        <p:spPr bwMode="auto">
          <a:xfrm>
            <a:off x="363151" y="211632"/>
            <a:ext cx="3946375" cy="268047"/>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 uri="{FAA26D3D-D897-4be2-8F04-BA451C77F1D7}">
              <ma14:placeholderFlag xmlns:ma14="http://schemas.microsoft.com/office/mac/drawingml/2011/main" xmlns="" val="1"/>
            </a:ext>
          </a:extLst>
        </p:spPr>
        <p:txBody>
          <a:bodyPr vert="horz" wrap="square" lIns="0" tIns="0" rIns="0" bIns="45720" numCol="1" anchor="t" anchorCtr="0" compatLnSpc="1">
            <a:prstTxWarp prst="textNoShape">
              <a:avLst/>
            </a:prstTxWarp>
          </a:bodyPr>
          <a:lstStyle>
            <a:lvl1pPr marL="0" marR="0" indent="0" algn="l" defTabSz="914400" rtl="0" eaLnBrk="1" fontAlgn="base" latinLnBrk="0" hangingPunct="1">
              <a:lnSpc>
                <a:spcPct val="100000"/>
              </a:lnSpc>
              <a:spcBef>
                <a:spcPct val="0"/>
              </a:spcBef>
              <a:spcAft>
                <a:spcPct val="0"/>
              </a:spcAft>
              <a:buClrTx/>
              <a:buSzTx/>
              <a:buFontTx/>
              <a:buNone/>
              <a:tabLst/>
              <a:defRPr sz="2300">
                <a:solidFill>
                  <a:schemeClr val="bg1"/>
                </a:solidFill>
                <a:latin typeface="+mj-lt"/>
                <a:ea typeface="华文黑体_易方达" panose="02010600040101010101" pitchFamily="2" charset="-122"/>
              </a:defRPr>
            </a:lvl1pPr>
          </a:lstStyle>
          <a:p>
            <a:pPr lvl="0"/>
            <a:r>
              <a:rPr lang="en-US" altLang="zh-CN" dirty="0" smtClean="0"/>
              <a:t>Click to add title</a:t>
            </a:r>
            <a:endParaRPr lang="en-US" dirty="0" smtClean="0"/>
          </a:p>
        </p:txBody>
      </p:sp>
      <p:sp>
        <p:nvSpPr>
          <p:cNvPr id="33" name="Rectangle 22"/>
          <p:cNvSpPr>
            <a:spLocks noGrp="1" noChangeAspect="1" noChangeArrowheads="1"/>
          </p:cNvSpPr>
          <p:nvPr>
            <p:ph idx="10" hasCustomPrompt="1"/>
          </p:nvPr>
        </p:nvSpPr>
        <p:spPr bwMode="auto">
          <a:xfrm>
            <a:off x="360363" y="1296527"/>
            <a:ext cx="8030104" cy="2479218"/>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 uri="{FAA26D3D-D897-4be2-8F04-BA451C77F1D7}">
              <ma14:placeholderFlag xmlns:ma14="http://schemas.microsoft.com/office/mac/drawingml/2011/main" xmlns="" val="1"/>
            </a:ext>
          </a:extLst>
        </p:spPr>
        <p:txBody>
          <a:bodyPr vert="horz" wrap="square" lIns="0" tIns="0" rIns="0" bIns="0" numCol="1" anchor="t" anchorCtr="0" compatLnSpc="1">
            <a:prstTxWarp prst="textNoShape">
              <a:avLst/>
            </a:prstTxWarp>
          </a:bodyPr>
          <a:lstStyle>
            <a:lvl1pPr marL="0" marR="0" indent="0" algn="l" defTabSz="914400" rtl="0" eaLnBrk="1" fontAlgn="base" latinLnBrk="0" hangingPunct="1">
              <a:lnSpc>
                <a:spcPts val="1800"/>
              </a:lnSpc>
              <a:spcBef>
                <a:spcPts val="0"/>
              </a:spcBef>
              <a:spcAft>
                <a:spcPct val="0"/>
              </a:spcAft>
              <a:buClrTx/>
              <a:buSzTx/>
              <a:buFontTx/>
              <a:buNone/>
              <a:tabLst/>
              <a:defRPr sz="1500" b="0" baseline="0">
                <a:solidFill>
                  <a:srgbClr val="005096"/>
                </a:solidFill>
                <a:latin typeface="+mn-lt"/>
                <a:ea typeface="华文黑体_易方达" panose="02010600040101010101" pitchFamily="2" charset="-122"/>
              </a:defRPr>
            </a:lvl1pPr>
            <a:lvl2pPr algn="l">
              <a:lnSpc>
                <a:spcPts val="2400"/>
              </a:lnSpc>
              <a:buFontTx/>
              <a:buNone/>
              <a:defRPr sz="1500" baseline="0">
                <a:solidFill>
                  <a:schemeClr val="bg1"/>
                </a:solidFill>
                <a:latin typeface="Arial"/>
              </a:defRPr>
            </a:lvl2pPr>
            <a:lvl3pPr>
              <a:buFontTx/>
              <a:buNone/>
              <a:defRPr/>
            </a:lvl3pPr>
            <a:lvl4pPr>
              <a:buFontTx/>
              <a:buNone/>
              <a:defRPr/>
            </a:lvl4pPr>
            <a:lvl5pPr>
              <a:buFontTx/>
              <a:buNone/>
              <a:defRPr/>
            </a:lvl5pPr>
          </a:lstStyle>
          <a:p>
            <a:pPr lvl="0"/>
            <a:r>
              <a:rPr lang="en-US" altLang="zh-CN" dirty="0" smtClean="0"/>
              <a:t>Click to add title</a:t>
            </a:r>
            <a:endParaRPr lang="en-US" dirty="0" smtClean="0"/>
          </a:p>
        </p:txBody>
      </p:sp>
      <p:sp>
        <p:nvSpPr>
          <p:cNvPr id="16" name="Slide Number Placeholder 5"/>
          <p:cNvSpPr txBox="1">
            <a:spLocks/>
          </p:cNvSpPr>
          <p:nvPr userDrawn="1"/>
        </p:nvSpPr>
        <p:spPr bwMode="auto">
          <a:xfrm>
            <a:off x="8359020" y="4791886"/>
            <a:ext cx="448205" cy="141816"/>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lIns="0" tIns="0" rIns="0" bIns="0"/>
          <a:lstStyle>
            <a:lvl1pPr eaLnBrk="0" hangingPunct="0">
              <a:defRPr sz="2400">
                <a:solidFill>
                  <a:schemeClr val="tx1"/>
                </a:solidFill>
                <a:latin typeface="Arial" charset="0"/>
                <a:ea typeface="ＭＳ Ｐゴシック" charset="0"/>
                <a:cs typeface="ＭＳ Ｐゴシック" charset="0"/>
              </a:defRPr>
            </a:lvl1pPr>
            <a:lvl2pPr marL="742950" indent="-285750" eaLnBrk="0" hangingPunct="0">
              <a:defRPr sz="2400">
                <a:solidFill>
                  <a:schemeClr val="tx1"/>
                </a:solidFill>
                <a:latin typeface="Arial" charset="0"/>
                <a:ea typeface="ＭＳ Ｐゴシック" charset="0"/>
              </a:defRPr>
            </a:lvl2pPr>
            <a:lvl3pPr marL="1143000" indent="-228600" eaLnBrk="0" hangingPunct="0">
              <a:defRPr sz="2400">
                <a:solidFill>
                  <a:schemeClr val="tx1"/>
                </a:solidFill>
                <a:latin typeface="Arial" charset="0"/>
                <a:ea typeface="ＭＳ Ｐゴシック" charset="0"/>
              </a:defRPr>
            </a:lvl3pPr>
            <a:lvl4pPr marL="1600200" indent="-228600" eaLnBrk="0" hangingPunct="0">
              <a:defRPr sz="2400">
                <a:solidFill>
                  <a:schemeClr val="tx1"/>
                </a:solidFill>
                <a:latin typeface="Arial" charset="0"/>
                <a:ea typeface="ＭＳ Ｐゴシック" charset="0"/>
              </a:defRPr>
            </a:lvl4pPr>
            <a:lvl5pPr marL="2057400" indent="-228600" eaLnBrk="0" hangingPunct="0">
              <a:defRPr sz="2400">
                <a:solidFill>
                  <a:schemeClr val="tx1"/>
                </a:solidFill>
                <a:latin typeface="Arial" charset="0"/>
                <a:ea typeface="ＭＳ Ｐゴシック" charset="0"/>
              </a:defRPr>
            </a:lvl5pPr>
            <a:lvl6pPr marL="2514600" indent="-228600" eaLnBrk="0" fontAlgn="base" hangingPunct="0">
              <a:spcBef>
                <a:spcPct val="0"/>
              </a:spcBef>
              <a:spcAft>
                <a:spcPct val="0"/>
              </a:spcAft>
              <a:defRPr sz="2400">
                <a:solidFill>
                  <a:schemeClr val="tx1"/>
                </a:solidFill>
                <a:latin typeface="Arial" charset="0"/>
                <a:ea typeface="ＭＳ Ｐゴシック" charset="0"/>
              </a:defRPr>
            </a:lvl6pPr>
            <a:lvl7pPr marL="2971800" indent="-228600" eaLnBrk="0" fontAlgn="base" hangingPunct="0">
              <a:spcBef>
                <a:spcPct val="0"/>
              </a:spcBef>
              <a:spcAft>
                <a:spcPct val="0"/>
              </a:spcAft>
              <a:defRPr sz="2400">
                <a:solidFill>
                  <a:schemeClr val="tx1"/>
                </a:solidFill>
                <a:latin typeface="Arial" charset="0"/>
                <a:ea typeface="ＭＳ Ｐゴシック" charset="0"/>
              </a:defRPr>
            </a:lvl7pPr>
            <a:lvl8pPr marL="3429000" indent="-228600" eaLnBrk="0" fontAlgn="base" hangingPunct="0">
              <a:spcBef>
                <a:spcPct val="0"/>
              </a:spcBef>
              <a:spcAft>
                <a:spcPct val="0"/>
              </a:spcAft>
              <a:defRPr sz="2400">
                <a:solidFill>
                  <a:schemeClr val="tx1"/>
                </a:solidFill>
                <a:latin typeface="Arial" charset="0"/>
                <a:ea typeface="ＭＳ Ｐゴシック" charset="0"/>
              </a:defRPr>
            </a:lvl8pPr>
            <a:lvl9pPr marL="3886200" indent="-228600" eaLnBrk="0" fontAlgn="base" hangingPunct="0">
              <a:spcBef>
                <a:spcPct val="0"/>
              </a:spcBef>
              <a:spcAft>
                <a:spcPct val="0"/>
              </a:spcAft>
              <a:defRPr sz="2400">
                <a:solidFill>
                  <a:schemeClr val="tx1"/>
                </a:solidFill>
                <a:latin typeface="Arial" charset="0"/>
                <a:ea typeface="ＭＳ Ｐゴシック" charset="0"/>
              </a:defRPr>
            </a:lvl9pPr>
          </a:lstStyle>
          <a:p>
            <a:pPr algn="r"/>
            <a:fld id="{BDAEED39-8CE5-E849-8BB2-D2203B6D9153}" type="slidenum">
              <a:rPr lang="en-US" altLang="zh-CN" sz="800" smtClean="0">
                <a:solidFill>
                  <a:srgbClr val="505050"/>
                </a:solidFill>
                <a:latin typeface="Arial"/>
                <a:ea typeface="黑体" pitchFamily="49" charset="-122"/>
                <a:cs typeface="Arial"/>
              </a:rPr>
              <a:pPr algn="r"/>
              <a:t>‹#›</a:t>
            </a:fld>
            <a:endParaRPr lang="en-US" altLang="zh-CN" sz="800" dirty="0">
              <a:solidFill>
                <a:srgbClr val="505050"/>
              </a:solidFill>
              <a:latin typeface="Arial"/>
              <a:ea typeface="黑体" pitchFamily="49" charset="-122"/>
              <a:cs typeface="Arial"/>
            </a:endParaRPr>
          </a:p>
          <a:p>
            <a:pPr algn="r"/>
            <a:endParaRPr lang="en-US" altLang="zh-CN" sz="800" dirty="0">
              <a:solidFill>
                <a:srgbClr val="505050"/>
              </a:solidFill>
              <a:latin typeface="Arial"/>
              <a:ea typeface="黑体" pitchFamily="49" charset="-122"/>
              <a:cs typeface="Arial"/>
            </a:endParaRPr>
          </a:p>
        </p:txBody>
      </p:sp>
      <p:pic>
        <p:nvPicPr>
          <p:cNvPr id="6" name="Picture 5" descr="Line.png"/>
          <p:cNvPicPr>
            <a:picLocks noChangeAspect="1"/>
          </p:cNvPicPr>
          <p:nvPr userDrawn="1"/>
        </p:nvPicPr>
        <p:blipFill>
          <a:blip r:embed="rId3">
            <a:extLst>
              <a:ext uri="{28A0092B-C50C-407E-A947-70E740481C1C}">
                <a14:useLocalDpi xmlns:a14="http://schemas.microsoft.com/office/drawing/2010/main" val="0"/>
              </a:ext>
            </a:extLst>
          </a:blip>
          <a:stretch>
            <a:fillRect/>
          </a:stretch>
        </p:blipFill>
        <p:spPr>
          <a:xfrm>
            <a:off x="368300" y="4729417"/>
            <a:ext cx="8424672" cy="6096"/>
          </a:xfrm>
          <a:prstGeom prst="rect">
            <a:avLst/>
          </a:prstGeom>
          <a:ln>
            <a:solidFill>
              <a:schemeClr val="bg1">
                <a:lumMod val="65000"/>
              </a:schemeClr>
            </a:solidFill>
          </a:ln>
        </p:spPr>
      </p:pic>
      <p:sp>
        <p:nvSpPr>
          <p:cNvPr id="2" name="文本框 1"/>
          <p:cNvSpPr txBox="1"/>
          <p:nvPr userDrawn="1"/>
        </p:nvSpPr>
        <p:spPr>
          <a:xfrm>
            <a:off x="368300" y="4253023"/>
            <a:ext cx="2576919" cy="338554"/>
          </a:xfrm>
          <a:prstGeom prst="rect">
            <a:avLst/>
          </a:prstGeom>
          <a:noFill/>
        </p:spPr>
        <p:txBody>
          <a:bodyPr wrap="square" rtlCol="0">
            <a:spAutoFit/>
          </a:bodyPr>
          <a:lstStyle/>
          <a:p>
            <a:endParaRPr lang="zh-CN" altLang="en-US" sz="1600" dirty="0" smtClean="0">
              <a:solidFill>
                <a:srgbClr val="000000"/>
              </a:solidFill>
              <a:latin typeface="Verdana" pitchFamily="34" charset="0"/>
              <a:ea typeface="黑体" pitchFamily="49" charset="-122"/>
            </a:endParaRPr>
          </a:p>
        </p:txBody>
      </p:sp>
      <p:pic>
        <p:nvPicPr>
          <p:cNvPr id="12" name="图片 11"/>
          <p:cNvPicPr>
            <a:picLocks noChangeAspect="1"/>
          </p:cNvPicPr>
          <p:nvPr userDrawn="1"/>
        </p:nvPicPr>
        <p:blipFill>
          <a:blip r:embed="rId4">
            <a:extLst>
              <a:ext uri="{28A0092B-C50C-407E-A947-70E740481C1C}">
                <a14:useLocalDpi xmlns:a14="http://schemas.microsoft.com/office/drawing/2010/main" val="0"/>
              </a:ext>
            </a:extLst>
          </a:blip>
          <a:stretch>
            <a:fillRect/>
          </a:stretch>
        </p:blipFill>
        <p:spPr>
          <a:xfrm>
            <a:off x="7299995" y="81588"/>
            <a:ext cx="1480616" cy="629304"/>
          </a:xfrm>
          <a:prstGeom prst="rect">
            <a:avLst/>
          </a:prstGeom>
        </p:spPr>
      </p:pic>
      <p:sp>
        <p:nvSpPr>
          <p:cNvPr id="13" name="文本框 12"/>
          <p:cNvSpPr txBox="1"/>
          <p:nvPr userDrawn="1"/>
        </p:nvSpPr>
        <p:spPr>
          <a:xfrm>
            <a:off x="283240" y="4755705"/>
            <a:ext cx="2576919" cy="215444"/>
          </a:xfrm>
          <a:prstGeom prst="rect">
            <a:avLst/>
          </a:prstGeom>
          <a:noFill/>
        </p:spPr>
        <p:txBody>
          <a:bodyPr wrap="square" rtlCol="0">
            <a:spAutoFit/>
          </a:bodyPr>
          <a:lstStyle/>
          <a:p>
            <a:r>
              <a:rPr lang="en-US" altLang="zh-CN" sz="800" dirty="0" smtClean="0">
                <a:solidFill>
                  <a:srgbClr val="3C3C3C"/>
                </a:solidFill>
                <a:latin typeface="Arial"/>
                <a:ea typeface="华文黑体_易方达" panose="02010600040101010101" pitchFamily="2" charset="-122"/>
                <a:cs typeface="华文黑体" panose="02010600040101010101" pitchFamily="2" charset="-122"/>
              </a:rPr>
              <a:t>E Fund Management Co., Ltd.</a:t>
            </a:r>
            <a:endParaRPr lang="zh-CN" altLang="en-US" sz="800" dirty="0" smtClean="0">
              <a:solidFill>
                <a:srgbClr val="3C3C3C"/>
              </a:solidFill>
              <a:latin typeface="Arial"/>
              <a:ea typeface="华文黑体_易方达" panose="02010600040101010101" pitchFamily="2" charset="-122"/>
              <a:cs typeface="华文黑体" panose="02010600040101010101" pitchFamily="2" charset="-122"/>
            </a:endParaRPr>
          </a:p>
        </p:txBody>
      </p:sp>
      <p:sp>
        <p:nvSpPr>
          <p:cNvPr id="14" name="文本框 13"/>
          <p:cNvSpPr txBox="1"/>
          <p:nvPr userDrawn="1"/>
        </p:nvSpPr>
        <p:spPr>
          <a:xfrm>
            <a:off x="3974707" y="4770358"/>
            <a:ext cx="2576919" cy="215444"/>
          </a:xfrm>
          <a:prstGeom prst="rect">
            <a:avLst/>
          </a:prstGeom>
          <a:noFill/>
        </p:spPr>
        <p:txBody>
          <a:bodyPr wrap="square" rtlCol="0">
            <a:spAutoFit/>
          </a:bodyPr>
          <a:lstStyle/>
          <a:p>
            <a:r>
              <a:rPr lang="en-US" altLang="zh-CN" sz="800" dirty="0" smtClean="0">
                <a:solidFill>
                  <a:srgbClr val="3C3C3C"/>
                </a:solidFill>
                <a:latin typeface="Arial" panose="020B0604020202020204" pitchFamily="34" charset="0"/>
                <a:ea typeface="华文黑体_易方达" panose="02010600040101010101" pitchFamily="2" charset="-122"/>
                <a:cs typeface="Arial" panose="020B0604020202020204" pitchFamily="34" charset="0"/>
              </a:rPr>
              <a:t>For Internal Use Only</a:t>
            </a:r>
            <a:endParaRPr lang="zh-CN" altLang="en-US" sz="800" dirty="0" smtClean="0">
              <a:solidFill>
                <a:srgbClr val="3C3C3C"/>
              </a:solidFill>
              <a:latin typeface="Arial" panose="020B0604020202020204" pitchFamily="34" charset="0"/>
              <a:ea typeface="华文黑体_易方达" panose="02010600040101010101" pitchFamily="2" charset="-122"/>
              <a:cs typeface="Arial" panose="020B0604020202020204" pitchFamily="34" charset="0"/>
            </a:endParaRPr>
          </a:p>
        </p:txBody>
      </p:sp>
    </p:spTree>
    <p:extLst>
      <p:ext uri="{BB962C8B-B14F-4D97-AF65-F5344CB8AC3E}">
        <p14:creationId xmlns:p14="http://schemas.microsoft.com/office/powerpoint/2010/main" val="787750033"/>
      </p:ext>
    </p:extLst>
  </p:cSld>
  <p:clrMapOvr>
    <a:masterClrMapping/>
  </p:clrMapOvr>
  <p:timing>
    <p:tnLst>
      <p:par>
        <p:cTn id="1" dur="indefinite" restart="never" nodeType="tmRoot"/>
      </p:par>
    </p:tnLst>
  </p:timing>
</p:sldLayout>
</file>

<file path=ppt/slideLayouts/slideLayout14.xml><?xml version="1.0" encoding="utf-8"?>
<p:sldLayout xmlns:a="http://schemas.openxmlformats.org/drawingml/2006/main" xmlns:r="http://schemas.openxmlformats.org/officeDocument/2006/relationships" xmlns:p="http://schemas.openxmlformats.org/presentationml/2006/main" userDrawn="1">
  <p:cSld name="1_图形内容2">
    <p:spTree>
      <p:nvGrpSpPr>
        <p:cNvPr id="1" name=""/>
        <p:cNvGrpSpPr/>
        <p:nvPr/>
      </p:nvGrpSpPr>
      <p:grpSpPr>
        <a:xfrm>
          <a:off x="0" y="0"/>
          <a:ext cx="0" cy="0"/>
          <a:chOff x="0" y="0"/>
          <a:chExt cx="0" cy="0"/>
        </a:xfrm>
      </p:grpSpPr>
      <p:pic>
        <p:nvPicPr>
          <p:cNvPr id="9" name="Picture 8" descr="Bar_1.png"/>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0" y="0"/>
            <a:ext cx="9144000" cy="792480"/>
          </a:xfrm>
          <a:prstGeom prst="rect">
            <a:avLst/>
          </a:prstGeom>
        </p:spPr>
      </p:pic>
      <p:pic>
        <p:nvPicPr>
          <p:cNvPr id="10" name="Picture 9" descr="Master Logo.png"/>
          <p:cNvPicPr>
            <a:picLocks noChangeAspect="1"/>
          </p:cNvPicPr>
          <p:nvPr userDrawn="1"/>
        </p:nvPicPr>
        <p:blipFill>
          <a:blip r:embed="rId3">
            <a:extLst>
              <a:ext uri="{28A0092B-C50C-407E-A947-70E740481C1C}">
                <a14:useLocalDpi xmlns:a14="http://schemas.microsoft.com/office/drawing/2010/main" val="0"/>
              </a:ext>
            </a:extLst>
          </a:blip>
          <a:stretch>
            <a:fillRect/>
          </a:stretch>
        </p:blipFill>
        <p:spPr>
          <a:xfrm>
            <a:off x="7390723" y="249133"/>
            <a:ext cx="1389888" cy="301752"/>
          </a:xfrm>
          <a:prstGeom prst="rect">
            <a:avLst/>
          </a:prstGeom>
        </p:spPr>
      </p:pic>
      <p:sp>
        <p:nvSpPr>
          <p:cNvPr id="16" name="Rectangle 21"/>
          <p:cNvSpPr>
            <a:spLocks noGrp="1" noChangeArrowheads="1"/>
          </p:cNvSpPr>
          <p:nvPr>
            <p:ph type="title" hasCustomPrompt="1"/>
          </p:nvPr>
        </p:nvSpPr>
        <p:spPr bwMode="auto">
          <a:xfrm>
            <a:off x="363151" y="211632"/>
            <a:ext cx="3946375" cy="268047"/>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 uri="{FAA26D3D-D897-4be2-8F04-BA451C77F1D7}">
              <ma14:placeholderFlag xmlns:ma14="http://schemas.microsoft.com/office/mac/drawingml/2011/main" xmlns="" val="1"/>
            </a:ext>
          </a:extLst>
        </p:spPr>
        <p:txBody>
          <a:bodyPr vert="horz" wrap="square" lIns="0" tIns="0" rIns="0" bIns="45720" numCol="1" anchor="t" anchorCtr="0" compatLnSpc="1">
            <a:prstTxWarp prst="textNoShape">
              <a:avLst/>
            </a:prstTxWarp>
          </a:bodyPr>
          <a:lstStyle>
            <a:lvl1pPr marL="0" marR="0" indent="0" algn="l" defTabSz="914400" rtl="0" eaLnBrk="1" fontAlgn="base" latinLnBrk="0" hangingPunct="1">
              <a:lnSpc>
                <a:spcPct val="100000"/>
              </a:lnSpc>
              <a:spcBef>
                <a:spcPct val="0"/>
              </a:spcBef>
              <a:spcAft>
                <a:spcPct val="0"/>
              </a:spcAft>
              <a:buClrTx/>
              <a:buSzTx/>
              <a:buFontTx/>
              <a:buNone/>
              <a:tabLst/>
              <a:defRPr sz="2300" b="1">
                <a:solidFill>
                  <a:schemeClr val="bg1"/>
                </a:solidFill>
                <a:latin typeface="+mn-lt"/>
                <a:ea typeface="华文黑体_易方达" panose="02010600040101010101" pitchFamily="2" charset="-122"/>
              </a:defRPr>
            </a:lvl1pPr>
          </a:lstStyle>
          <a:p>
            <a:pPr lvl="0"/>
            <a:r>
              <a:rPr lang="en-US" altLang="zh-CN" dirty="0" smtClean="0"/>
              <a:t>Click to add title</a:t>
            </a:r>
            <a:endParaRPr lang="en-US" dirty="0" smtClean="0"/>
          </a:p>
        </p:txBody>
      </p:sp>
      <p:sp>
        <p:nvSpPr>
          <p:cNvPr id="17" name="Rectangle 22"/>
          <p:cNvSpPr>
            <a:spLocks noGrp="1" noChangeAspect="1" noChangeArrowheads="1"/>
          </p:cNvSpPr>
          <p:nvPr>
            <p:ph idx="10" hasCustomPrompt="1"/>
          </p:nvPr>
        </p:nvSpPr>
        <p:spPr bwMode="auto">
          <a:xfrm>
            <a:off x="360363" y="1296527"/>
            <a:ext cx="4465637" cy="2479218"/>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 uri="{FAA26D3D-D897-4be2-8F04-BA451C77F1D7}">
              <ma14:placeholderFlag xmlns:ma14="http://schemas.microsoft.com/office/mac/drawingml/2011/main" xmlns="" val="1"/>
            </a:ext>
          </a:extLst>
        </p:spPr>
        <p:txBody>
          <a:bodyPr vert="horz" wrap="square" lIns="0" tIns="0" rIns="0" bIns="0" numCol="1" anchor="t" anchorCtr="0" compatLnSpc="1">
            <a:prstTxWarp prst="textNoShape">
              <a:avLst/>
            </a:prstTxWarp>
          </a:bodyPr>
          <a:lstStyle>
            <a:lvl1pPr marL="0" marR="0" indent="0" algn="l" defTabSz="914400" rtl="0" eaLnBrk="1" fontAlgn="base" latinLnBrk="0" hangingPunct="1">
              <a:lnSpc>
                <a:spcPts val="1800"/>
              </a:lnSpc>
              <a:spcBef>
                <a:spcPts val="0"/>
              </a:spcBef>
              <a:spcAft>
                <a:spcPct val="0"/>
              </a:spcAft>
              <a:buClrTx/>
              <a:buSzTx/>
              <a:buFontTx/>
              <a:buNone/>
              <a:tabLst/>
              <a:defRPr sz="1500" b="0" baseline="0">
                <a:solidFill>
                  <a:srgbClr val="005096"/>
                </a:solidFill>
                <a:latin typeface="+mn-lt"/>
                <a:ea typeface="华文黑体_易方达" panose="02010600040101010101" pitchFamily="2" charset="-122"/>
              </a:defRPr>
            </a:lvl1pPr>
            <a:lvl2pPr algn="l">
              <a:lnSpc>
                <a:spcPts val="2400"/>
              </a:lnSpc>
              <a:buFontTx/>
              <a:buNone/>
              <a:defRPr sz="1500" baseline="0">
                <a:solidFill>
                  <a:schemeClr val="bg1"/>
                </a:solidFill>
                <a:latin typeface="Arial"/>
              </a:defRPr>
            </a:lvl2pPr>
            <a:lvl3pPr>
              <a:buFontTx/>
              <a:buNone/>
              <a:defRPr/>
            </a:lvl3pPr>
            <a:lvl4pPr>
              <a:buFontTx/>
              <a:buNone/>
              <a:defRPr/>
            </a:lvl4pPr>
            <a:lvl5pPr>
              <a:buFontTx/>
              <a:buNone/>
              <a:defRPr/>
            </a:lvl5pPr>
          </a:lstStyle>
          <a:p>
            <a:pPr lvl="0"/>
            <a:r>
              <a:rPr lang="en-US" altLang="zh-CN" dirty="0" smtClean="0"/>
              <a:t>Click to add title</a:t>
            </a:r>
            <a:endParaRPr lang="en-US" dirty="0" smtClean="0"/>
          </a:p>
        </p:txBody>
      </p:sp>
      <p:sp>
        <p:nvSpPr>
          <p:cNvPr id="21" name="Slide Number Placeholder 5"/>
          <p:cNvSpPr txBox="1">
            <a:spLocks/>
          </p:cNvSpPr>
          <p:nvPr userDrawn="1"/>
        </p:nvSpPr>
        <p:spPr bwMode="auto">
          <a:xfrm>
            <a:off x="8359020" y="4791886"/>
            <a:ext cx="448205" cy="141816"/>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lIns="0" tIns="0" rIns="0" bIns="0"/>
          <a:lstStyle>
            <a:lvl1pPr eaLnBrk="0" hangingPunct="0">
              <a:defRPr sz="2400">
                <a:solidFill>
                  <a:schemeClr val="tx1"/>
                </a:solidFill>
                <a:latin typeface="Arial" charset="0"/>
                <a:ea typeface="ＭＳ Ｐゴシック" charset="0"/>
                <a:cs typeface="ＭＳ Ｐゴシック" charset="0"/>
              </a:defRPr>
            </a:lvl1pPr>
            <a:lvl2pPr marL="742950" indent="-285750" eaLnBrk="0" hangingPunct="0">
              <a:defRPr sz="2400">
                <a:solidFill>
                  <a:schemeClr val="tx1"/>
                </a:solidFill>
                <a:latin typeface="Arial" charset="0"/>
                <a:ea typeface="ＭＳ Ｐゴシック" charset="0"/>
              </a:defRPr>
            </a:lvl2pPr>
            <a:lvl3pPr marL="1143000" indent="-228600" eaLnBrk="0" hangingPunct="0">
              <a:defRPr sz="2400">
                <a:solidFill>
                  <a:schemeClr val="tx1"/>
                </a:solidFill>
                <a:latin typeface="Arial" charset="0"/>
                <a:ea typeface="ＭＳ Ｐゴシック" charset="0"/>
              </a:defRPr>
            </a:lvl3pPr>
            <a:lvl4pPr marL="1600200" indent="-228600" eaLnBrk="0" hangingPunct="0">
              <a:defRPr sz="2400">
                <a:solidFill>
                  <a:schemeClr val="tx1"/>
                </a:solidFill>
                <a:latin typeface="Arial" charset="0"/>
                <a:ea typeface="ＭＳ Ｐゴシック" charset="0"/>
              </a:defRPr>
            </a:lvl4pPr>
            <a:lvl5pPr marL="2057400" indent="-228600" eaLnBrk="0" hangingPunct="0">
              <a:defRPr sz="2400">
                <a:solidFill>
                  <a:schemeClr val="tx1"/>
                </a:solidFill>
                <a:latin typeface="Arial" charset="0"/>
                <a:ea typeface="ＭＳ Ｐゴシック" charset="0"/>
              </a:defRPr>
            </a:lvl5pPr>
            <a:lvl6pPr marL="2514600" indent="-228600" eaLnBrk="0" fontAlgn="base" hangingPunct="0">
              <a:spcBef>
                <a:spcPct val="0"/>
              </a:spcBef>
              <a:spcAft>
                <a:spcPct val="0"/>
              </a:spcAft>
              <a:defRPr sz="2400">
                <a:solidFill>
                  <a:schemeClr val="tx1"/>
                </a:solidFill>
                <a:latin typeface="Arial" charset="0"/>
                <a:ea typeface="ＭＳ Ｐゴシック" charset="0"/>
              </a:defRPr>
            </a:lvl6pPr>
            <a:lvl7pPr marL="2971800" indent="-228600" eaLnBrk="0" fontAlgn="base" hangingPunct="0">
              <a:spcBef>
                <a:spcPct val="0"/>
              </a:spcBef>
              <a:spcAft>
                <a:spcPct val="0"/>
              </a:spcAft>
              <a:defRPr sz="2400">
                <a:solidFill>
                  <a:schemeClr val="tx1"/>
                </a:solidFill>
                <a:latin typeface="Arial" charset="0"/>
                <a:ea typeface="ＭＳ Ｐゴシック" charset="0"/>
              </a:defRPr>
            </a:lvl7pPr>
            <a:lvl8pPr marL="3429000" indent="-228600" eaLnBrk="0" fontAlgn="base" hangingPunct="0">
              <a:spcBef>
                <a:spcPct val="0"/>
              </a:spcBef>
              <a:spcAft>
                <a:spcPct val="0"/>
              </a:spcAft>
              <a:defRPr sz="2400">
                <a:solidFill>
                  <a:schemeClr val="tx1"/>
                </a:solidFill>
                <a:latin typeface="Arial" charset="0"/>
                <a:ea typeface="ＭＳ Ｐゴシック" charset="0"/>
              </a:defRPr>
            </a:lvl8pPr>
            <a:lvl9pPr marL="3886200" indent="-228600" eaLnBrk="0" fontAlgn="base" hangingPunct="0">
              <a:spcBef>
                <a:spcPct val="0"/>
              </a:spcBef>
              <a:spcAft>
                <a:spcPct val="0"/>
              </a:spcAft>
              <a:defRPr sz="2400">
                <a:solidFill>
                  <a:schemeClr val="tx1"/>
                </a:solidFill>
                <a:latin typeface="Arial" charset="0"/>
                <a:ea typeface="ＭＳ Ｐゴシック" charset="0"/>
              </a:defRPr>
            </a:lvl9pPr>
          </a:lstStyle>
          <a:p>
            <a:pPr algn="r"/>
            <a:fld id="{BDAEED39-8CE5-E849-8BB2-D2203B6D9153}" type="slidenum">
              <a:rPr lang="en-US" altLang="zh-CN" sz="800" smtClean="0">
                <a:solidFill>
                  <a:srgbClr val="505050"/>
                </a:solidFill>
                <a:latin typeface="Arial"/>
                <a:ea typeface="黑体" pitchFamily="49" charset="-122"/>
                <a:cs typeface="Arial"/>
              </a:rPr>
              <a:pPr algn="r"/>
              <a:t>‹#›</a:t>
            </a:fld>
            <a:endParaRPr lang="en-US" altLang="zh-CN" sz="800" dirty="0">
              <a:solidFill>
                <a:srgbClr val="505050"/>
              </a:solidFill>
              <a:latin typeface="Arial"/>
              <a:ea typeface="黑体" pitchFamily="49" charset="-122"/>
              <a:cs typeface="Arial"/>
            </a:endParaRPr>
          </a:p>
          <a:p>
            <a:pPr algn="r"/>
            <a:endParaRPr lang="en-US" altLang="zh-CN" sz="800" dirty="0">
              <a:solidFill>
                <a:srgbClr val="505050"/>
              </a:solidFill>
              <a:latin typeface="Arial"/>
              <a:ea typeface="黑体" pitchFamily="49" charset="-122"/>
              <a:cs typeface="Arial"/>
            </a:endParaRPr>
          </a:p>
        </p:txBody>
      </p:sp>
      <p:pic>
        <p:nvPicPr>
          <p:cNvPr id="11" name="Picture 5" descr="Line.png"/>
          <p:cNvPicPr>
            <a:picLocks noChangeAspect="1"/>
          </p:cNvPicPr>
          <p:nvPr userDrawn="1"/>
        </p:nvPicPr>
        <p:blipFill>
          <a:blip r:embed="rId4">
            <a:extLst>
              <a:ext uri="{28A0092B-C50C-407E-A947-70E740481C1C}">
                <a14:useLocalDpi xmlns:a14="http://schemas.microsoft.com/office/drawing/2010/main" val="0"/>
              </a:ext>
            </a:extLst>
          </a:blip>
          <a:stretch>
            <a:fillRect/>
          </a:stretch>
        </p:blipFill>
        <p:spPr>
          <a:xfrm>
            <a:off x="368300" y="4729417"/>
            <a:ext cx="8424672" cy="6096"/>
          </a:xfrm>
          <a:prstGeom prst="rect">
            <a:avLst/>
          </a:prstGeom>
          <a:ln>
            <a:solidFill>
              <a:schemeClr val="bg1">
                <a:lumMod val="65000"/>
              </a:schemeClr>
            </a:solidFill>
          </a:ln>
        </p:spPr>
      </p:pic>
      <p:sp>
        <p:nvSpPr>
          <p:cNvPr id="13" name="文本框 12"/>
          <p:cNvSpPr txBox="1"/>
          <p:nvPr userDrawn="1"/>
        </p:nvSpPr>
        <p:spPr>
          <a:xfrm>
            <a:off x="283240" y="4755705"/>
            <a:ext cx="2576919" cy="215444"/>
          </a:xfrm>
          <a:prstGeom prst="rect">
            <a:avLst/>
          </a:prstGeom>
          <a:noFill/>
        </p:spPr>
        <p:txBody>
          <a:bodyPr wrap="square" rtlCol="0">
            <a:spAutoFit/>
          </a:bodyPr>
          <a:lstStyle/>
          <a:p>
            <a:r>
              <a:rPr lang="en-US" altLang="zh-CN" sz="800" dirty="0" smtClean="0">
                <a:solidFill>
                  <a:srgbClr val="3C3C3C"/>
                </a:solidFill>
                <a:latin typeface="Arial"/>
                <a:ea typeface="华文黑体_易方达" panose="02010600040101010101" pitchFamily="2" charset="-122"/>
                <a:cs typeface="华文黑体" panose="02010600040101010101" pitchFamily="2" charset="-122"/>
              </a:rPr>
              <a:t>E Fund Management Co., Ltd.</a:t>
            </a:r>
            <a:endParaRPr lang="zh-CN" altLang="en-US" sz="800" dirty="0" smtClean="0">
              <a:solidFill>
                <a:srgbClr val="3C3C3C"/>
              </a:solidFill>
              <a:latin typeface="Arial"/>
              <a:ea typeface="华文黑体_易方达" panose="02010600040101010101" pitchFamily="2" charset="-122"/>
              <a:cs typeface="华文黑体" panose="02010600040101010101" pitchFamily="2" charset="-122"/>
            </a:endParaRPr>
          </a:p>
        </p:txBody>
      </p:sp>
      <p:sp>
        <p:nvSpPr>
          <p:cNvPr id="14" name="文本框 13"/>
          <p:cNvSpPr txBox="1"/>
          <p:nvPr userDrawn="1"/>
        </p:nvSpPr>
        <p:spPr>
          <a:xfrm>
            <a:off x="3974707" y="4770358"/>
            <a:ext cx="2576919" cy="215444"/>
          </a:xfrm>
          <a:prstGeom prst="rect">
            <a:avLst/>
          </a:prstGeom>
          <a:noFill/>
        </p:spPr>
        <p:txBody>
          <a:bodyPr wrap="square" rtlCol="0">
            <a:spAutoFit/>
          </a:bodyPr>
          <a:lstStyle/>
          <a:p>
            <a:r>
              <a:rPr lang="en-US" altLang="zh-CN" sz="800" dirty="0" smtClean="0">
                <a:solidFill>
                  <a:srgbClr val="3C3C3C"/>
                </a:solidFill>
                <a:latin typeface="Arial" panose="020B0604020202020204" pitchFamily="34" charset="0"/>
                <a:ea typeface="华文黑体_易方达" panose="02010600040101010101" pitchFamily="2" charset="-122"/>
                <a:cs typeface="Arial" panose="020B0604020202020204" pitchFamily="34" charset="0"/>
              </a:rPr>
              <a:t>For Internal Use Only</a:t>
            </a:r>
            <a:endParaRPr lang="zh-CN" altLang="en-US" sz="800" dirty="0" smtClean="0">
              <a:solidFill>
                <a:srgbClr val="3C3C3C"/>
              </a:solidFill>
              <a:latin typeface="Arial" panose="020B0604020202020204" pitchFamily="34" charset="0"/>
              <a:ea typeface="华文黑体_易方达" panose="02010600040101010101" pitchFamily="2" charset="-122"/>
              <a:cs typeface="Arial" panose="020B0604020202020204" pitchFamily="34" charset="0"/>
            </a:endParaRPr>
          </a:p>
        </p:txBody>
      </p:sp>
    </p:spTree>
    <p:extLst>
      <p:ext uri="{BB962C8B-B14F-4D97-AF65-F5344CB8AC3E}">
        <p14:creationId xmlns:p14="http://schemas.microsoft.com/office/powerpoint/2010/main" val="2066538693"/>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showMasterSp="0" preserve="1" userDrawn="1">
  <p:cSld name="2_首页">
    <p:spTree>
      <p:nvGrpSpPr>
        <p:cNvPr id="1" name=""/>
        <p:cNvGrpSpPr/>
        <p:nvPr/>
      </p:nvGrpSpPr>
      <p:grpSpPr>
        <a:xfrm>
          <a:off x="0" y="0"/>
          <a:ext cx="0" cy="0"/>
          <a:chOff x="0" y="0"/>
          <a:chExt cx="0" cy="0"/>
        </a:xfrm>
      </p:grpSpPr>
      <p:sp>
        <p:nvSpPr>
          <p:cNvPr id="9004" name="品牌实心色块"/>
          <p:cNvSpPr/>
          <p:nvPr/>
        </p:nvSpPr>
        <p:spPr>
          <a:xfrm>
            <a:off x="6912769" y="0"/>
            <a:ext cx="2231231" cy="4367213"/>
          </a:xfrm>
          <a:prstGeom prst="rect">
            <a:avLst/>
          </a:prstGeom>
          <a:solidFill>
            <a:srgbClr val="005096"/>
          </a:solidFill>
          <a:ln>
            <a:noFill/>
          </a:ln>
        </p:spPr>
        <p:txBody>
          <a:bodyPr/>
          <a:lstStyle/>
          <a:p/>
        </p:txBody>
      </p:sp>
      <p:pic>
        <p:nvPicPr>
          <p:cNvPr id="3" name="Picture 2" descr="Bar_1.png"/>
          <p:cNvPicPr>
            <a:picLocks noChangeAspect="1"/>
          </p:cNvPicPr>
          <p:nvPr userDrawn="1"/>
        </p:nvPicPr>
        <p:blipFill>
          <a:blip r:embed="rId3">
            <a:extLst>
              <a:ext uri="{28A0092B-C50C-407E-A947-70E740481C1C}">
                <a14:useLocalDpi xmlns:a14="http://schemas.microsoft.com/office/drawing/2010/main" val="0"/>
              </a:ext>
            </a:extLst>
          </a:blip>
          <a:stretch>
            <a:fillRect/>
          </a:stretch>
        </p:blipFill>
        <p:spPr>
          <a:xfrm>
            <a:off x="0" y="4355783"/>
            <a:ext cx="9144000" cy="792480"/>
          </a:xfrm>
          <a:prstGeom prst="rect">
            <a:avLst/>
          </a:prstGeom>
        </p:spPr>
      </p:pic>
      <p:sp>
        <p:nvSpPr>
          <p:cNvPr id="14" name="Rectangle 22"/>
          <p:cNvSpPr>
            <a:spLocks noGrp="1" noChangeAspect="1" noChangeArrowheads="1"/>
          </p:cNvSpPr>
          <p:nvPr>
            <p:ph idx="1" hasCustomPrompt="1"/>
          </p:nvPr>
        </p:nvSpPr>
        <p:spPr bwMode="auto">
          <a:xfrm>
            <a:off x="362992" y="1269425"/>
            <a:ext cx="4632341" cy="1753197"/>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 uri="{FAA26D3D-D897-4be2-8F04-BA451C77F1D7}">
              <ma14:placeholderFlag xmlns="" xmlns:ma14="http://schemas.microsoft.com/office/mac/drawingml/2011/main" val="1"/>
            </a:ext>
          </a:extLst>
        </p:spPr>
        <p:txBody>
          <a:bodyPr vert="horz" wrap="square" lIns="0" tIns="0" rIns="0" bIns="0" numCol="1" anchor="t" anchorCtr="0" compatLnSpc="1">
            <a:prstTxWarp prst="textNoShape">
              <a:avLst/>
            </a:prstTxWarp>
          </a:bodyPr>
          <a:lstStyle>
            <a:lvl1pPr marL="0" indent="0" algn="l">
              <a:lnSpc>
                <a:spcPts val="3300"/>
              </a:lnSpc>
              <a:buFontTx/>
              <a:buNone/>
              <a:defRPr sz="2100" b="1" i="0">
                <a:solidFill>
                  <a:srgbClr val="005096"/>
                </a:solidFill>
                <a:latin typeface="+mj-lt"/>
                <a:ea typeface="华文黑体_易方达" panose="02010600040101010101" pitchFamily="2" charset="-122"/>
                <a:cs typeface="华文黑体"/>
              </a:defRPr>
            </a:lvl1pPr>
            <a:lvl2pPr algn="l">
              <a:lnSpc>
                <a:spcPts val="3000"/>
              </a:lnSpc>
              <a:buFontTx/>
              <a:buNone/>
              <a:defRPr sz="1300" b="0" i="0">
                <a:solidFill>
                  <a:schemeClr val="tx1"/>
                </a:solidFill>
              </a:defRPr>
            </a:lvl2pPr>
            <a:lvl3pPr>
              <a:buFontTx/>
              <a:buNone/>
              <a:defRPr/>
            </a:lvl3pPr>
            <a:lvl4pPr>
              <a:buFontTx/>
              <a:buNone/>
              <a:defRPr/>
            </a:lvl4pPr>
            <a:lvl5pPr>
              <a:buFontTx/>
              <a:buNone/>
              <a:defRPr/>
            </a:lvl5pPr>
          </a:lstStyle>
          <a:p>
            <a:pPr lvl="0"/>
            <a:r>
              <a:rPr lang="en-US" altLang="zh-CN" dirty="0" smtClean="0"/>
              <a:t>Click  to add title</a:t>
            </a:r>
            <a:endParaRPr lang="zh-CN" altLang="en-US" dirty="0" smtClean="0"/>
          </a:p>
        </p:txBody>
      </p:sp>
      <p:sp>
        <p:nvSpPr>
          <p:cNvPr id="5" name="矩形 4"/>
          <p:cNvSpPr/>
          <p:nvPr userDrawn="1"/>
        </p:nvSpPr>
        <p:spPr>
          <a:xfrm>
            <a:off x="203199" y="4385003"/>
            <a:ext cx="6530577" cy="738664"/>
          </a:xfrm>
          <a:prstGeom prst="rect">
            <a:avLst/>
          </a:prstGeom>
        </p:spPr>
        <p:txBody>
          <a:bodyPr wrap="square">
            <a:spAutoFit/>
          </a:bodyPr>
          <a:lstStyle/>
          <a:p>
            <a:pPr algn="just"/>
            <a:r>
              <a:rPr lang="en-US" altLang="zh-CN" sz="700" dirty="0" smtClean="0">
                <a:solidFill>
                  <a:srgbClr val="FFFFFF"/>
                </a:solidFill>
                <a:latin typeface="Arial"/>
                <a:ea typeface="华文黑体_易方达" panose="02010600040101010101" pitchFamily="2" charset="-122"/>
                <a:cs typeface="华文黑体" panose="02010600040101010101" pitchFamily="2" charset="-122"/>
              </a:rPr>
              <a:t>This report is solely for internal use by E Fund Management Company Limited (hereinafter “the Company”) and for reference by institutional investors, sales channels and personnel of other collaborative parties who possess professional knowledge in investments. The information or opinion stated in this report shall neither constitute any offer or invitation to treat nor constitute any investment advice or guarantee of return to any person. Unless authorized by the Company, no part of this report shall by any means be copied, duplicated or replicated in any form; or be re-distributed or disclosed to any third party; or be used in any other way which infringes the copyright of the Company’s. Any institution or individual apart from the Company who distributes or discloses this report shall assume all liability arising therefrom.</a:t>
            </a:r>
            <a:endParaRPr lang="zh-CN" altLang="zh-CN" sz="700" dirty="0">
              <a:solidFill>
                <a:srgbClr val="FFFFFF"/>
              </a:solidFill>
              <a:latin typeface="Arial"/>
              <a:ea typeface="华文黑体_易方达" panose="02010600040101010101" pitchFamily="2" charset="-122"/>
              <a:cs typeface="华文黑体" panose="02010600040101010101" pitchFamily="2" charset="-122"/>
            </a:endParaRPr>
          </a:p>
        </p:txBody>
      </p:sp>
      <p:sp>
        <p:nvSpPr>
          <p:cNvPr id="9" name="内容占位符 8"/>
          <p:cNvSpPr>
            <a:spLocks noGrp="1"/>
          </p:cNvSpPr>
          <p:nvPr>
            <p:ph sz="quarter" idx="10"/>
          </p:nvPr>
        </p:nvSpPr>
        <p:spPr>
          <a:xfrm>
            <a:off x="362992" y="3194835"/>
            <a:ext cx="1891110" cy="345807"/>
          </a:xfrm>
          <a:prstGeom prst="rect">
            <a:avLst/>
          </a:prstGeom>
        </p:spPr>
        <p:txBody>
          <a:bodyPr/>
          <a:lstStyle>
            <a:lvl1pPr>
              <a:defRPr sz="1400">
                <a:latin typeface="Arial" panose="020B0604020202020204" pitchFamily="34" charset="0"/>
                <a:ea typeface="华文黑体_易方达" panose="02010600040101010101" pitchFamily="2" charset="-122"/>
                <a:cs typeface="Arial" panose="020B0604020202020204" pitchFamily="34" charset="0"/>
              </a:defRPr>
            </a:lvl1pPr>
          </a:lstStyle>
          <a:p>
            <a:pPr lvl="0"/>
            <a:r>
              <a:rPr lang="zh-CN" altLang="en-US" smtClean="0"/>
              <a:t>编辑母版文本样式</a:t>
            </a:r>
          </a:p>
        </p:txBody>
      </p:sp>
      <p:sp>
        <p:nvSpPr>
          <p:cNvPr id="2" name="文本框 1"/>
          <p:cNvSpPr txBox="1"/>
          <p:nvPr userDrawn="1"/>
        </p:nvSpPr>
        <p:spPr>
          <a:xfrm>
            <a:off x="-1347537" y="1039446"/>
            <a:ext cx="1289857" cy="3416320"/>
          </a:xfrm>
          <a:prstGeom prst="rect">
            <a:avLst/>
          </a:prstGeom>
          <a:noFill/>
        </p:spPr>
        <p:txBody>
          <a:bodyPr wrap="square" rtlCol="0">
            <a:spAutoFit/>
          </a:bodyPr>
          <a:lstStyle/>
          <a:p>
            <a:r>
              <a:rPr lang="en-US" altLang="zh-CN" sz="900" dirty="0" smtClean="0">
                <a:solidFill>
                  <a:srgbClr val="FFFFFF">
                    <a:lumMod val="65000"/>
                  </a:srgbClr>
                </a:solidFill>
                <a:latin typeface="华文黑体_易方达" panose="02010600040101010101" pitchFamily="2" charset="-122"/>
                <a:ea typeface="华文黑体_易方达" panose="02010600040101010101" pitchFamily="2" charset="-122"/>
              </a:rPr>
              <a:t>1.</a:t>
            </a:r>
            <a:r>
              <a:rPr lang="zh-CN" altLang="en-US" sz="900" dirty="0" smtClean="0">
                <a:solidFill>
                  <a:srgbClr val="FFFFFF">
                    <a:lumMod val="65000"/>
                  </a:srgbClr>
                </a:solidFill>
                <a:latin typeface="华文黑体_易方达" panose="02010600040101010101" pitchFamily="2" charset="-122"/>
                <a:ea typeface="华文黑体_易方达" panose="02010600040101010101" pitchFamily="2" charset="-122"/>
              </a:rPr>
              <a:t> 英文标题字体：</a:t>
            </a:r>
            <a:r>
              <a:rPr lang="en-US" altLang="zh-CN" sz="900" dirty="0" smtClean="0">
                <a:solidFill>
                  <a:srgbClr val="FFFFFF">
                    <a:lumMod val="65000"/>
                  </a:srgbClr>
                </a:solidFill>
                <a:latin typeface="华文黑体_易方达" panose="02010600040101010101" pitchFamily="2" charset="-122"/>
                <a:ea typeface="华文黑体_易方达" panose="02010600040101010101" pitchFamily="2" charset="-122"/>
              </a:rPr>
              <a:t>Arial</a:t>
            </a:r>
            <a:r>
              <a:rPr lang="zh-CN" altLang="en-US" sz="900" dirty="0" smtClean="0">
                <a:solidFill>
                  <a:srgbClr val="FFFFFF">
                    <a:lumMod val="65000"/>
                  </a:srgbClr>
                </a:solidFill>
                <a:latin typeface="华文黑体_易方达" panose="02010600040101010101" pitchFamily="2" charset="-122"/>
                <a:ea typeface="华文黑体_易方达" panose="02010600040101010101" pitchFamily="2" charset="-122"/>
              </a:rPr>
              <a:t>，不加粗，</a:t>
            </a:r>
            <a:r>
              <a:rPr lang="en-US" altLang="zh-CN" sz="900" dirty="0" smtClean="0">
                <a:solidFill>
                  <a:srgbClr val="FFFFFF">
                    <a:lumMod val="65000"/>
                  </a:srgbClr>
                </a:solidFill>
                <a:latin typeface="华文黑体_易方达" panose="02010600040101010101" pitchFamily="2" charset="-122"/>
                <a:ea typeface="华文黑体_易方达" panose="02010600040101010101" pitchFamily="2" charset="-122"/>
              </a:rPr>
              <a:t>28</a:t>
            </a:r>
            <a:r>
              <a:rPr lang="zh-CN" altLang="en-US" sz="900" dirty="0" smtClean="0">
                <a:solidFill>
                  <a:srgbClr val="FFFFFF">
                    <a:lumMod val="65000"/>
                  </a:srgbClr>
                </a:solidFill>
                <a:latin typeface="华文黑体_易方达" panose="02010600040101010101" pitchFamily="2" charset="-122"/>
                <a:ea typeface="华文黑体_易方达" panose="02010600040101010101" pitchFamily="2" charset="-122"/>
              </a:rPr>
              <a:t>号</a:t>
            </a:r>
            <a:endParaRPr lang="en-US" altLang="zh-CN" sz="900" dirty="0" smtClean="0">
              <a:solidFill>
                <a:srgbClr val="FFFFFF">
                  <a:lumMod val="65000"/>
                </a:srgbClr>
              </a:solidFill>
              <a:latin typeface="华文黑体_易方达" panose="02010600040101010101" pitchFamily="2" charset="-122"/>
              <a:ea typeface="华文黑体_易方达" panose="02010600040101010101" pitchFamily="2" charset="-122"/>
            </a:endParaRPr>
          </a:p>
          <a:p>
            <a:endParaRPr lang="zh-CN" altLang="en-US" sz="900" dirty="0" smtClean="0">
              <a:solidFill>
                <a:srgbClr val="FFFFFF">
                  <a:lumMod val="65000"/>
                </a:srgbClr>
              </a:solidFill>
              <a:latin typeface="华文黑体_易方达" panose="02010600040101010101" pitchFamily="2" charset="-122"/>
              <a:ea typeface="华文黑体_易方达" panose="02010600040101010101" pitchFamily="2" charset="-122"/>
            </a:endParaRPr>
          </a:p>
          <a:p>
            <a:r>
              <a:rPr lang="en-US" altLang="zh-CN" sz="900" dirty="0" smtClean="0">
                <a:solidFill>
                  <a:srgbClr val="FFFFFF">
                    <a:lumMod val="65000"/>
                  </a:srgbClr>
                </a:solidFill>
                <a:latin typeface="华文黑体_易方达" panose="02010600040101010101" pitchFamily="2" charset="-122"/>
                <a:ea typeface="华文黑体_易方达" panose="02010600040101010101" pitchFamily="2" charset="-122"/>
              </a:rPr>
              <a:t>2.</a:t>
            </a:r>
            <a:r>
              <a:rPr lang="zh-CN" altLang="en-US" sz="900" dirty="0" smtClean="0">
                <a:solidFill>
                  <a:srgbClr val="FFFFFF">
                    <a:lumMod val="65000"/>
                  </a:srgbClr>
                </a:solidFill>
                <a:latin typeface="华文黑体_易方达" panose="02010600040101010101" pitchFamily="2" charset="-122"/>
                <a:ea typeface="华文黑体_易方达" panose="02010600040101010101" pitchFamily="2" charset="-122"/>
              </a:rPr>
              <a:t> 若必须使用副标题建议换行后仍保持左对齐，加粗，英文：</a:t>
            </a:r>
            <a:r>
              <a:rPr lang="en-US" altLang="zh-CN" sz="900" dirty="0" smtClean="0">
                <a:solidFill>
                  <a:srgbClr val="FFFFFF">
                    <a:lumMod val="65000"/>
                  </a:srgbClr>
                </a:solidFill>
                <a:latin typeface="华文黑体_易方达" panose="02010600040101010101" pitchFamily="2" charset="-122"/>
                <a:ea typeface="华文黑体_易方达" panose="02010600040101010101" pitchFamily="2" charset="-122"/>
              </a:rPr>
              <a:t>Arial</a:t>
            </a:r>
            <a:r>
              <a:rPr lang="zh-CN" altLang="en-US" sz="900" dirty="0" smtClean="0">
                <a:solidFill>
                  <a:srgbClr val="FFFFFF">
                    <a:lumMod val="65000"/>
                  </a:srgbClr>
                </a:solidFill>
                <a:latin typeface="华文黑体_易方达" panose="02010600040101010101" pitchFamily="2" charset="-122"/>
                <a:ea typeface="华文黑体_易方达" panose="02010600040101010101" pitchFamily="2" charset="-122"/>
              </a:rPr>
              <a:t>，</a:t>
            </a:r>
            <a:r>
              <a:rPr lang="en-US" altLang="zh-CN" sz="900" dirty="0" smtClean="0">
                <a:solidFill>
                  <a:srgbClr val="FFFFFF">
                    <a:lumMod val="65000"/>
                  </a:srgbClr>
                </a:solidFill>
                <a:latin typeface="华文黑体_易方达" panose="02010600040101010101" pitchFamily="2" charset="-122"/>
                <a:ea typeface="华文黑体_易方达" panose="02010600040101010101" pitchFamily="2" charset="-122"/>
              </a:rPr>
              <a:t>21</a:t>
            </a:r>
            <a:r>
              <a:rPr lang="zh-CN" altLang="en-US" sz="900" dirty="0" smtClean="0">
                <a:solidFill>
                  <a:srgbClr val="FFFFFF">
                    <a:lumMod val="65000"/>
                  </a:srgbClr>
                </a:solidFill>
                <a:latin typeface="华文黑体_易方达" panose="02010600040101010101" pitchFamily="2" charset="-122"/>
                <a:ea typeface="华文黑体_易方达" panose="02010600040101010101" pitchFamily="2" charset="-122"/>
              </a:rPr>
              <a:t>号</a:t>
            </a:r>
            <a:endParaRPr lang="en-US" altLang="zh-CN" sz="900" dirty="0" smtClean="0">
              <a:solidFill>
                <a:srgbClr val="FFFFFF">
                  <a:lumMod val="65000"/>
                </a:srgbClr>
              </a:solidFill>
              <a:latin typeface="华文黑体_易方达" panose="02010600040101010101" pitchFamily="2" charset="-122"/>
              <a:ea typeface="华文黑体_易方达" panose="02010600040101010101" pitchFamily="2" charset="-122"/>
            </a:endParaRPr>
          </a:p>
          <a:p>
            <a:endParaRPr lang="zh-CN" altLang="en-US" sz="900" dirty="0" smtClean="0">
              <a:solidFill>
                <a:srgbClr val="FFFFFF">
                  <a:lumMod val="65000"/>
                </a:srgbClr>
              </a:solidFill>
              <a:latin typeface="华文黑体_易方达" panose="02010600040101010101" pitchFamily="2" charset="-122"/>
              <a:ea typeface="华文黑体_易方达" panose="02010600040101010101" pitchFamily="2" charset="-122"/>
            </a:endParaRPr>
          </a:p>
          <a:p>
            <a:r>
              <a:rPr lang="en-US" altLang="zh-CN" sz="900" dirty="0" smtClean="0">
                <a:solidFill>
                  <a:srgbClr val="FFFFFF">
                    <a:lumMod val="65000"/>
                  </a:srgbClr>
                </a:solidFill>
                <a:latin typeface="华文黑体_易方达" panose="02010600040101010101" pitchFamily="2" charset="-122"/>
                <a:ea typeface="华文黑体_易方达" panose="02010600040101010101" pitchFamily="2" charset="-122"/>
              </a:rPr>
              <a:t>3..</a:t>
            </a:r>
            <a:r>
              <a:rPr lang="zh-CN" altLang="en-US" sz="900" dirty="0" smtClean="0">
                <a:solidFill>
                  <a:srgbClr val="FFFFFF">
                    <a:lumMod val="65000"/>
                  </a:srgbClr>
                </a:solidFill>
                <a:latin typeface="华文黑体_易方达" panose="02010600040101010101" pitchFamily="2" charset="-122"/>
                <a:ea typeface="华文黑体_易方达" panose="02010600040101010101" pitchFamily="2" charset="-122"/>
              </a:rPr>
              <a:t>颜色</a:t>
            </a:r>
            <a:r>
              <a:rPr lang="en-US" altLang="zh-CN" sz="900" dirty="0" smtClean="0">
                <a:solidFill>
                  <a:srgbClr val="FFFFFF">
                    <a:lumMod val="65000"/>
                  </a:srgbClr>
                </a:solidFill>
                <a:latin typeface="华文黑体_易方达" panose="02010600040101010101" pitchFamily="2" charset="-122"/>
                <a:ea typeface="华文黑体_易方达" panose="02010600040101010101" pitchFamily="2" charset="-122"/>
              </a:rPr>
              <a:t>RGB</a:t>
            </a:r>
            <a:r>
              <a:rPr lang="zh-CN" altLang="en-US" sz="900" dirty="0" smtClean="0">
                <a:solidFill>
                  <a:srgbClr val="FFFFFF">
                    <a:lumMod val="65000"/>
                  </a:srgbClr>
                </a:solidFill>
                <a:latin typeface="华文黑体_易方达" panose="02010600040101010101" pitchFamily="2" charset="-122"/>
                <a:ea typeface="华文黑体_易方达" panose="02010600040101010101" pitchFamily="2" charset="-122"/>
              </a:rPr>
              <a:t>（</a:t>
            </a:r>
            <a:r>
              <a:rPr lang="en-US" altLang="zh-CN" sz="900" dirty="0" smtClean="0">
                <a:solidFill>
                  <a:srgbClr val="FFFFFF">
                    <a:lumMod val="65000"/>
                  </a:srgbClr>
                </a:solidFill>
                <a:latin typeface="华文黑体_易方达" panose="02010600040101010101" pitchFamily="2" charset="-122"/>
                <a:ea typeface="华文黑体_易方达" panose="02010600040101010101" pitchFamily="2" charset="-122"/>
              </a:rPr>
              <a:t>0</a:t>
            </a:r>
            <a:r>
              <a:rPr lang="zh-CN" altLang="en-US" sz="900" dirty="0" smtClean="0">
                <a:solidFill>
                  <a:srgbClr val="FFFFFF">
                    <a:lumMod val="65000"/>
                  </a:srgbClr>
                </a:solidFill>
                <a:latin typeface="华文黑体_易方达" panose="02010600040101010101" pitchFamily="2" charset="-122"/>
                <a:ea typeface="华文黑体_易方达" panose="02010600040101010101" pitchFamily="2" charset="-122"/>
              </a:rPr>
              <a:t>，</a:t>
            </a:r>
            <a:r>
              <a:rPr lang="en-US" altLang="zh-CN" sz="900" dirty="0" smtClean="0">
                <a:solidFill>
                  <a:srgbClr val="FFFFFF">
                    <a:lumMod val="65000"/>
                  </a:srgbClr>
                </a:solidFill>
                <a:latin typeface="华文黑体_易方达" panose="02010600040101010101" pitchFamily="2" charset="-122"/>
                <a:ea typeface="华文黑体_易方达" panose="02010600040101010101" pitchFamily="2" charset="-122"/>
              </a:rPr>
              <a:t>80</a:t>
            </a:r>
            <a:r>
              <a:rPr lang="zh-CN" altLang="en-US" sz="900" dirty="0" smtClean="0">
                <a:solidFill>
                  <a:srgbClr val="FFFFFF">
                    <a:lumMod val="65000"/>
                  </a:srgbClr>
                </a:solidFill>
                <a:latin typeface="华文黑体_易方达" panose="02010600040101010101" pitchFamily="2" charset="-122"/>
                <a:ea typeface="华文黑体_易方达" panose="02010600040101010101" pitchFamily="2" charset="-122"/>
              </a:rPr>
              <a:t>，</a:t>
            </a:r>
            <a:r>
              <a:rPr lang="en-US" altLang="zh-CN" sz="900" dirty="0" smtClean="0">
                <a:solidFill>
                  <a:srgbClr val="FFFFFF">
                    <a:lumMod val="65000"/>
                  </a:srgbClr>
                </a:solidFill>
                <a:latin typeface="华文黑体_易方达" panose="02010600040101010101" pitchFamily="2" charset="-122"/>
                <a:ea typeface="华文黑体_易方达" panose="02010600040101010101" pitchFamily="2" charset="-122"/>
              </a:rPr>
              <a:t>150</a:t>
            </a:r>
            <a:r>
              <a:rPr lang="zh-CN" altLang="en-US" sz="900" dirty="0" smtClean="0">
                <a:solidFill>
                  <a:srgbClr val="FFFFFF">
                    <a:lumMod val="65000"/>
                  </a:srgbClr>
                </a:solidFill>
                <a:latin typeface="华文黑体_易方达" panose="02010600040101010101" pitchFamily="2" charset="-122"/>
                <a:ea typeface="华文黑体_易方达" panose="02010600040101010101" pitchFamily="2" charset="-122"/>
              </a:rPr>
              <a:t>）</a:t>
            </a:r>
            <a:endParaRPr lang="en-US" altLang="zh-CN" sz="900" dirty="0" smtClean="0">
              <a:solidFill>
                <a:srgbClr val="FFFFFF">
                  <a:lumMod val="65000"/>
                </a:srgbClr>
              </a:solidFill>
              <a:latin typeface="华文黑体_易方达" panose="02010600040101010101" pitchFamily="2" charset="-122"/>
              <a:ea typeface="华文黑体_易方达" panose="02010600040101010101" pitchFamily="2" charset="-122"/>
            </a:endParaRPr>
          </a:p>
          <a:p>
            <a:endParaRPr lang="en-US" altLang="zh-CN" sz="900" dirty="0" smtClean="0">
              <a:solidFill>
                <a:srgbClr val="FFFFFF">
                  <a:lumMod val="65000"/>
                </a:srgbClr>
              </a:solidFill>
              <a:latin typeface="华文黑体_易方达" panose="02010600040101010101" pitchFamily="2" charset="-122"/>
              <a:ea typeface="华文黑体_易方达" panose="02010600040101010101" pitchFamily="2" charset="-122"/>
            </a:endParaRPr>
          </a:p>
          <a:p>
            <a:endParaRPr lang="en-US" altLang="zh-CN" sz="900" dirty="0" smtClean="0">
              <a:solidFill>
                <a:srgbClr val="FFFFFF">
                  <a:lumMod val="65000"/>
                </a:srgbClr>
              </a:solidFill>
              <a:latin typeface="华文黑体_易方达" panose="02010600040101010101" pitchFamily="2" charset="-122"/>
              <a:ea typeface="华文黑体_易方达" panose="02010600040101010101" pitchFamily="2" charset="-122"/>
            </a:endParaRPr>
          </a:p>
          <a:p>
            <a:endParaRPr lang="en-US" altLang="zh-CN" sz="900" dirty="0" smtClean="0">
              <a:solidFill>
                <a:srgbClr val="FFFFFF">
                  <a:lumMod val="65000"/>
                </a:srgbClr>
              </a:solidFill>
              <a:latin typeface="华文黑体_易方达" panose="02010600040101010101" pitchFamily="2" charset="-122"/>
              <a:ea typeface="华文黑体_易方达" panose="02010600040101010101" pitchFamily="2" charset="-122"/>
            </a:endParaRPr>
          </a:p>
          <a:p>
            <a:r>
              <a:rPr lang="en-US" altLang="zh-CN" sz="900" dirty="0" smtClean="0">
                <a:solidFill>
                  <a:srgbClr val="FFFFFF">
                    <a:lumMod val="65000"/>
                  </a:srgbClr>
                </a:solidFill>
                <a:latin typeface="华文黑体_易方达" panose="02010600040101010101" pitchFamily="2" charset="-122"/>
                <a:ea typeface="华文黑体_易方达" panose="02010600040101010101" pitchFamily="2" charset="-122"/>
              </a:rPr>
              <a:t>4..</a:t>
            </a:r>
            <a:r>
              <a:rPr lang="zh-CN" altLang="en-US" sz="900" dirty="0" smtClean="0">
                <a:solidFill>
                  <a:srgbClr val="FFFFFF">
                    <a:lumMod val="65000"/>
                  </a:srgbClr>
                </a:solidFill>
                <a:latin typeface="华文黑体_易方达" panose="02010600040101010101" pitchFamily="2" charset="-122"/>
                <a:ea typeface="华文黑体_易方达" panose="02010600040101010101" pitchFamily="2" charset="-122"/>
              </a:rPr>
              <a:t>汇报部门、汇报人、投标人等内容均在此处添加；中文：</a:t>
            </a:r>
            <a:r>
              <a:rPr lang="en-US" altLang="zh-CN" sz="900" dirty="0" smtClean="0">
                <a:solidFill>
                  <a:srgbClr val="FFFFFF">
                    <a:lumMod val="65000"/>
                  </a:srgbClr>
                </a:solidFill>
                <a:latin typeface="华文黑体_易方达" panose="02010600040101010101" pitchFamily="2" charset="-122"/>
                <a:ea typeface="华文黑体_易方达" panose="02010600040101010101" pitchFamily="2" charset="-122"/>
              </a:rPr>
              <a:t>Arial</a:t>
            </a:r>
            <a:r>
              <a:rPr lang="zh-CN" altLang="en-US" sz="900" dirty="0" smtClean="0">
                <a:solidFill>
                  <a:srgbClr val="FFFFFF">
                    <a:lumMod val="65000"/>
                  </a:srgbClr>
                </a:solidFill>
                <a:latin typeface="华文黑体_易方达" panose="02010600040101010101" pitchFamily="2" charset="-122"/>
                <a:ea typeface="华文黑体_易方达" panose="02010600040101010101" pitchFamily="2" charset="-122"/>
              </a:rPr>
              <a:t>，</a:t>
            </a:r>
            <a:r>
              <a:rPr lang="en-US" altLang="zh-CN" sz="900" dirty="0" smtClean="0">
                <a:solidFill>
                  <a:srgbClr val="FFFFFF">
                    <a:lumMod val="65000"/>
                  </a:srgbClr>
                </a:solidFill>
                <a:latin typeface="华文黑体_易方达" panose="02010600040101010101" pitchFamily="2" charset="-122"/>
                <a:ea typeface="华文黑体_易方达" panose="02010600040101010101" pitchFamily="2" charset="-122"/>
              </a:rPr>
              <a:t>14</a:t>
            </a:r>
            <a:r>
              <a:rPr lang="zh-CN" altLang="en-US" sz="900" dirty="0" smtClean="0">
                <a:solidFill>
                  <a:srgbClr val="FFFFFF">
                    <a:lumMod val="65000"/>
                  </a:srgbClr>
                </a:solidFill>
                <a:latin typeface="华文黑体_易方达" panose="02010600040101010101" pitchFamily="2" charset="-122"/>
                <a:ea typeface="华文黑体_易方达" panose="02010600040101010101" pitchFamily="2" charset="-122"/>
              </a:rPr>
              <a:t>号；英文或数字：</a:t>
            </a:r>
            <a:r>
              <a:rPr lang="en-US" altLang="zh-CN" sz="900" dirty="0" smtClean="0">
                <a:solidFill>
                  <a:srgbClr val="FFFFFF">
                    <a:lumMod val="65000"/>
                  </a:srgbClr>
                </a:solidFill>
                <a:latin typeface="华文黑体_易方达" panose="02010600040101010101" pitchFamily="2" charset="-122"/>
                <a:ea typeface="华文黑体_易方达" panose="02010600040101010101" pitchFamily="2" charset="-122"/>
              </a:rPr>
              <a:t>Arial</a:t>
            </a:r>
            <a:r>
              <a:rPr lang="zh-CN" altLang="en-US" sz="900" dirty="0" smtClean="0">
                <a:solidFill>
                  <a:srgbClr val="FFFFFF">
                    <a:lumMod val="65000"/>
                  </a:srgbClr>
                </a:solidFill>
                <a:latin typeface="华文黑体_易方达" panose="02010600040101010101" pitchFamily="2" charset="-122"/>
                <a:ea typeface="华文黑体_易方达" panose="02010600040101010101" pitchFamily="2" charset="-122"/>
              </a:rPr>
              <a:t>，</a:t>
            </a:r>
            <a:r>
              <a:rPr lang="en-US" altLang="zh-CN" sz="900" dirty="0" smtClean="0">
                <a:solidFill>
                  <a:srgbClr val="FFFFFF">
                    <a:lumMod val="65000"/>
                  </a:srgbClr>
                </a:solidFill>
                <a:latin typeface="华文黑体_易方达" panose="02010600040101010101" pitchFamily="2" charset="-122"/>
                <a:ea typeface="华文黑体_易方达" panose="02010600040101010101" pitchFamily="2" charset="-122"/>
              </a:rPr>
              <a:t>14</a:t>
            </a:r>
            <a:r>
              <a:rPr lang="zh-CN" altLang="en-US" sz="900" dirty="0" smtClean="0">
                <a:solidFill>
                  <a:srgbClr val="FFFFFF">
                    <a:lumMod val="65000"/>
                  </a:srgbClr>
                </a:solidFill>
                <a:latin typeface="华文黑体_易方达" panose="02010600040101010101" pitchFamily="2" charset="-122"/>
                <a:ea typeface="华文黑体_易方达" panose="02010600040101010101" pitchFamily="2" charset="-122"/>
              </a:rPr>
              <a:t>号</a:t>
            </a:r>
            <a:endParaRPr lang="en-US" altLang="zh-CN" sz="900" dirty="0" smtClean="0">
              <a:solidFill>
                <a:srgbClr val="FFFFFF">
                  <a:lumMod val="65000"/>
                </a:srgbClr>
              </a:solidFill>
              <a:latin typeface="华文黑体_易方达" panose="02010600040101010101" pitchFamily="2" charset="-122"/>
              <a:ea typeface="华文黑体_易方达" panose="02010600040101010101" pitchFamily="2" charset="-122"/>
            </a:endParaRPr>
          </a:p>
          <a:p>
            <a:endParaRPr lang="en-US" altLang="zh-CN" sz="900" dirty="0" smtClean="0">
              <a:solidFill>
                <a:srgbClr val="FFFFFF">
                  <a:lumMod val="65000"/>
                </a:srgbClr>
              </a:solidFill>
              <a:latin typeface="华文黑体_易方达" panose="02010600040101010101" pitchFamily="2" charset="-122"/>
              <a:ea typeface="华文黑体_易方达" panose="02010600040101010101" pitchFamily="2" charset="-122"/>
            </a:endParaRPr>
          </a:p>
          <a:p>
            <a:endParaRPr lang="en-US" altLang="zh-CN" sz="900" dirty="0" smtClean="0">
              <a:solidFill>
                <a:srgbClr val="FFFFFF">
                  <a:lumMod val="65000"/>
                </a:srgbClr>
              </a:solidFill>
              <a:latin typeface="华文黑体_易方达" panose="02010600040101010101" pitchFamily="2" charset="-122"/>
              <a:ea typeface="华文黑体_易方达" panose="02010600040101010101" pitchFamily="2" charset="-122"/>
            </a:endParaRPr>
          </a:p>
          <a:p>
            <a:endParaRPr lang="en-US" altLang="zh-CN" sz="900" dirty="0" smtClean="0">
              <a:solidFill>
                <a:srgbClr val="FFFFFF">
                  <a:lumMod val="65000"/>
                </a:srgbClr>
              </a:solidFill>
              <a:latin typeface="华文黑体_易方达" panose="02010600040101010101" pitchFamily="2" charset="-122"/>
              <a:ea typeface="华文黑体_易方达" panose="02010600040101010101" pitchFamily="2" charset="-122"/>
            </a:endParaRPr>
          </a:p>
          <a:p>
            <a:endParaRPr lang="en-US" altLang="zh-CN" sz="900" dirty="0" smtClean="0">
              <a:solidFill>
                <a:srgbClr val="FFFFFF">
                  <a:lumMod val="65000"/>
                </a:srgbClr>
              </a:solidFill>
              <a:latin typeface="华文黑体_易方达" panose="02010600040101010101" pitchFamily="2" charset="-122"/>
              <a:ea typeface="华文黑体_易方达" panose="02010600040101010101" pitchFamily="2" charset="-122"/>
            </a:endParaRPr>
          </a:p>
          <a:p>
            <a:r>
              <a:rPr lang="en-US" altLang="zh-CN" sz="900" dirty="0" smtClean="0">
                <a:solidFill>
                  <a:srgbClr val="FFFFFF">
                    <a:lumMod val="65000"/>
                  </a:srgbClr>
                </a:solidFill>
                <a:latin typeface="华文黑体_易方达" panose="02010600040101010101" pitchFamily="2" charset="-122"/>
                <a:ea typeface="华文黑体_易方达" panose="02010600040101010101" pitchFamily="2" charset="-122"/>
              </a:rPr>
              <a:t>5. </a:t>
            </a:r>
            <a:r>
              <a:rPr lang="zh-CN" altLang="en-US" sz="900" dirty="0" smtClean="0">
                <a:solidFill>
                  <a:srgbClr val="FFFFFF">
                    <a:lumMod val="65000"/>
                  </a:srgbClr>
                </a:solidFill>
                <a:latin typeface="华文黑体_易方达" panose="02010600040101010101" pitchFamily="2" charset="-122"/>
                <a:ea typeface="华文黑体_易方达" panose="02010600040101010101" pitchFamily="2" charset="-122"/>
              </a:rPr>
              <a:t>免责提示不能删去，底色不能修改</a:t>
            </a:r>
          </a:p>
        </p:txBody>
      </p:sp>
      <p:pic>
        <p:nvPicPr>
          <p:cNvPr id="10" name="图片 9"/>
          <p:cNvPicPr>
            <a:picLocks noChangeAspect="1"/>
          </p:cNvPicPr>
          <p:nvPr userDrawn="1"/>
        </p:nvPicPr>
        <p:blipFill>
          <a:blip r:embed="rId4">
            <a:extLst>
              <a:ext uri="{28A0092B-C50C-407E-A947-70E740481C1C}">
                <a14:useLocalDpi xmlns:a14="http://schemas.microsoft.com/office/drawing/2010/main" val="0"/>
              </a:ext>
            </a:extLst>
          </a:blip>
          <a:stretch>
            <a:fillRect/>
          </a:stretch>
        </p:blipFill>
        <p:spPr>
          <a:xfrm>
            <a:off x="7253163" y="4443086"/>
            <a:ext cx="1480616" cy="629304"/>
          </a:xfrm>
          <a:prstGeom prst="rect">
            <a:avLst/>
          </a:prstGeom>
        </p:spPr>
      </p:pic>
      <p:sp>
        <p:nvSpPr>
          <p:cNvPr id="12" name="矩形 11"/>
          <p:cNvSpPr/>
          <p:nvPr userDrawn="1"/>
        </p:nvSpPr>
        <p:spPr>
          <a:xfrm>
            <a:off x="281663" y="3925675"/>
            <a:ext cx="1645002" cy="276999"/>
          </a:xfrm>
          <a:prstGeom prst="rect">
            <a:avLst/>
          </a:prstGeom>
        </p:spPr>
        <p:txBody>
          <a:bodyPr wrap="none">
            <a:spAutoFit/>
          </a:bodyPr>
          <a:lstStyle/>
          <a:p>
            <a:r>
              <a:rPr lang="en-US" altLang="zh-CN" sz="1200" dirty="0" smtClean="0">
                <a:solidFill>
                  <a:schemeClr val="accent1"/>
                </a:solidFill>
                <a:latin typeface="Arial" panose="020B0604020202020204" pitchFamily="34" charset="0"/>
                <a:ea typeface="华文黑体_易方达" panose="02010600040101010101" pitchFamily="2" charset="-122"/>
                <a:cs typeface="Arial" panose="020B0604020202020204" pitchFamily="34" charset="0"/>
              </a:rPr>
              <a:t>For Internal Use Only</a:t>
            </a:r>
            <a:endParaRPr lang="zh-CN" altLang="en-US" sz="1200" dirty="0" smtClean="0">
              <a:solidFill>
                <a:schemeClr val="accent1"/>
              </a:solidFill>
              <a:latin typeface="Arial" panose="020B0604020202020204" pitchFamily="34" charset="0"/>
              <a:ea typeface="华文黑体_易方达" panose="02010600040101010101" pitchFamily="2" charset="-122"/>
              <a:cs typeface="Arial" panose="020B0604020202020204" pitchFamily="34" charset="0"/>
            </a:endParaRPr>
          </a:p>
        </p:txBody>
      </p:sp>
    </p:spTree>
    <p:extLst>
      <p:ext uri="{BB962C8B-B14F-4D97-AF65-F5344CB8AC3E}">
        <p14:creationId xmlns:p14="http://schemas.microsoft.com/office/powerpoint/2010/main" val="646480106"/>
      </p:ext>
    </p:extLst>
  </p:cSld>
  <p:clrMapOvr>
    <a:masterClrMapping/>
  </p:clrMapOvr>
  <p:timing>
    <p:tnLst>
      <p:par>
        <p:cTn id="1" dur="indefinite" restart="never" nodeType="tmRoot"/>
      </p:par>
    </p:tnLst>
  </p:timing>
</p:sldLayout>
</file>

<file path=ppt/slideLayouts/slideLayout16.xml><?xml version="1.0" encoding="utf-8"?>
<p:sldLayout xmlns:a="http://schemas.openxmlformats.org/drawingml/2006/main" xmlns:r="http://schemas.openxmlformats.org/officeDocument/2006/relationships" xmlns:p="http://schemas.openxmlformats.org/presentationml/2006/main" preserve="1" userDrawn="1">
  <p:cSld name="1_章节页">
    <p:spTree>
      <p:nvGrpSpPr>
        <p:cNvPr id="1" name=""/>
        <p:cNvGrpSpPr/>
        <p:nvPr/>
      </p:nvGrpSpPr>
      <p:grpSpPr>
        <a:xfrm>
          <a:off x="0" y="0"/>
          <a:ext cx="0" cy="0"/>
          <a:chOff x="0" y="0"/>
          <a:chExt cx="0" cy="0"/>
        </a:xfrm>
      </p:grpSpPr>
      <p:pic>
        <p:nvPicPr>
          <p:cNvPr id="7" name="Picture 6" descr="Bar_1.png"/>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0" y="0"/>
            <a:ext cx="9144000" cy="792480"/>
          </a:xfrm>
          <a:prstGeom prst="rect">
            <a:avLst/>
          </a:prstGeom>
        </p:spPr>
      </p:pic>
      <p:sp>
        <p:nvSpPr>
          <p:cNvPr id="5" name="Rectangle 21"/>
          <p:cNvSpPr>
            <a:spLocks noGrp="1" noChangeArrowheads="1"/>
          </p:cNvSpPr>
          <p:nvPr>
            <p:ph type="title" hasCustomPrompt="1"/>
          </p:nvPr>
        </p:nvSpPr>
        <p:spPr bwMode="auto">
          <a:xfrm>
            <a:off x="380093" y="1439173"/>
            <a:ext cx="2735640" cy="268047"/>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 uri="{FAA26D3D-D897-4be2-8F04-BA451C77F1D7}">
              <ma14:placeholderFlag xmlns="" xmlns:ma14="http://schemas.microsoft.com/office/mac/drawingml/2011/main" val="1"/>
            </a:ext>
          </a:extLst>
        </p:spPr>
        <p:txBody>
          <a:bodyPr vert="horz" wrap="square" lIns="0" tIns="0" rIns="0" bIns="45720" numCol="1" anchor="t" anchorCtr="0" compatLnSpc="1">
            <a:prstTxWarp prst="textNoShape">
              <a:avLst/>
            </a:prstTxWarp>
          </a:bodyPr>
          <a:lstStyle>
            <a:lvl1pPr marL="0" marR="0" indent="0" algn="l" defTabSz="914400" rtl="0" eaLnBrk="1" fontAlgn="base" latinLnBrk="0" hangingPunct="1">
              <a:lnSpc>
                <a:spcPct val="100000"/>
              </a:lnSpc>
              <a:spcBef>
                <a:spcPct val="0"/>
              </a:spcBef>
              <a:spcAft>
                <a:spcPct val="0"/>
              </a:spcAft>
              <a:buClrTx/>
              <a:buSzTx/>
              <a:buFontTx/>
              <a:buNone/>
              <a:tabLst/>
              <a:defRPr sz="1400">
                <a:solidFill>
                  <a:srgbClr val="005096"/>
                </a:solidFill>
                <a:latin typeface="+mj-lt"/>
                <a:ea typeface="华文黑体_易方达" panose="02010600040101010101" pitchFamily="2" charset="-122"/>
              </a:defRPr>
            </a:lvl1pPr>
          </a:lstStyle>
          <a:p>
            <a:pPr lvl="0"/>
            <a:r>
              <a:rPr lang="en-US" altLang="zh-CN" dirty="0" smtClean="0"/>
              <a:t>Click  to add title</a:t>
            </a:r>
            <a:endParaRPr lang="zh-CN" altLang="en-US" dirty="0" smtClean="0"/>
          </a:p>
        </p:txBody>
      </p:sp>
      <p:sp>
        <p:nvSpPr>
          <p:cNvPr id="17" name="Rectangle 22"/>
          <p:cNvSpPr>
            <a:spLocks noGrp="1" noChangeAspect="1" noChangeArrowheads="1"/>
          </p:cNvSpPr>
          <p:nvPr>
            <p:ph idx="1" hasCustomPrompt="1"/>
          </p:nvPr>
        </p:nvSpPr>
        <p:spPr bwMode="auto">
          <a:xfrm>
            <a:off x="336351" y="2244696"/>
            <a:ext cx="5801981" cy="1181168"/>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 uri="{FAA26D3D-D897-4be2-8F04-BA451C77F1D7}">
              <ma14:placeholderFlag xmlns="" xmlns:ma14="http://schemas.microsoft.com/office/mac/drawingml/2011/main" val="1"/>
            </a:ext>
          </a:extLst>
        </p:spPr>
        <p:txBody>
          <a:bodyPr vert="horz" wrap="square" lIns="0" tIns="0" rIns="0" bIns="0" numCol="1" anchor="t" anchorCtr="0" compatLnSpc="1">
            <a:prstTxWarp prst="textNoShape">
              <a:avLst/>
            </a:prstTxWarp>
          </a:bodyPr>
          <a:lstStyle>
            <a:lvl1pPr marL="0" indent="0" algn="l">
              <a:lnSpc>
                <a:spcPts val="3300"/>
              </a:lnSpc>
              <a:buFontTx/>
              <a:buNone/>
              <a:defRPr sz="2800" b="1" i="0" baseline="0">
                <a:solidFill>
                  <a:srgbClr val="005096"/>
                </a:solidFill>
                <a:latin typeface="+mj-lt"/>
                <a:ea typeface="华文黑体_易方达" panose="02010600040101010101" pitchFamily="2" charset="-122"/>
                <a:cs typeface="华文黑体"/>
              </a:defRPr>
            </a:lvl1pPr>
            <a:lvl2pPr algn="l">
              <a:lnSpc>
                <a:spcPts val="2400"/>
              </a:lnSpc>
              <a:buFontTx/>
              <a:buNone/>
              <a:defRPr sz="1500" baseline="0">
                <a:solidFill>
                  <a:schemeClr val="bg1"/>
                </a:solidFill>
                <a:latin typeface="Arial"/>
              </a:defRPr>
            </a:lvl2pPr>
            <a:lvl3pPr>
              <a:buFontTx/>
              <a:buNone/>
              <a:defRPr/>
            </a:lvl3pPr>
            <a:lvl4pPr>
              <a:buFontTx/>
              <a:buNone/>
              <a:defRPr/>
            </a:lvl4pPr>
            <a:lvl5pPr>
              <a:buFontTx/>
              <a:buNone/>
              <a:defRPr/>
            </a:lvl5pPr>
          </a:lstStyle>
          <a:p>
            <a:pPr lvl="0"/>
            <a:r>
              <a:rPr lang="en-US" altLang="zh-CN" dirty="0" smtClean="0"/>
              <a:t>Click  to add title</a:t>
            </a:r>
            <a:endParaRPr lang="en-US" dirty="0" smtClean="0"/>
          </a:p>
        </p:txBody>
      </p:sp>
      <p:sp>
        <p:nvSpPr>
          <p:cNvPr id="2" name="矩形 1"/>
          <p:cNvSpPr/>
          <p:nvPr userDrawn="1"/>
        </p:nvSpPr>
        <p:spPr>
          <a:xfrm>
            <a:off x="-1343560" y="396240"/>
            <a:ext cx="1316522" cy="3970318"/>
          </a:xfrm>
          <a:prstGeom prst="rect">
            <a:avLst/>
          </a:prstGeom>
        </p:spPr>
        <p:txBody>
          <a:bodyPr wrap="square">
            <a:spAutoFit/>
          </a:bodyPr>
          <a:lstStyle/>
          <a:p>
            <a:pPr>
              <a:defRPr/>
            </a:pPr>
            <a:r>
              <a:rPr lang="en-US" altLang="zh-CN" sz="900" dirty="0" smtClean="0">
                <a:solidFill>
                  <a:srgbClr val="FFFFFF">
                    <a:lumMod val="65000"/>
                  </a:srgbClr>
                </a:solidFill>
                <a:latin typeface="华文黑体_易方达" panose="02010600040101010101" pitchFamily="2" charset="-122"/>
                <a:ea typeface="华文黑体_易方达" panose="02010600040101010101" pitchFamily="2" charset="-122"/>
              </a:rPr>
              <a:t>1.</a:t>
            </a:r>
            <a:r>
              <a:rPr lang="zh-CN" altLang="en-US" sz="900" dirty="0" smtClean="0">
                <a:solidFill>
                  <a:srgbClr val="FFFFFF">
                    <a:lumMod val="65000"/>
                  </a:srgbClr>
                </a:solidFill>
                <a:latin typeface="华文黑体_易方达" panose="02010600040101010101" pitchFamily="2" charset="-122"/>
                <a:ea typeface="华文黑体_易方达" panose="02010600040101010101" pitchFamily="2" charset="-122"/>
              </a:rPr>
              <a:t>页面主标题：</a:t>
            </a:r>
            <a:r>
              <a:rPr lang="en-US" altLang="zh-CN" sz="900" dirty="0" smtClean="0">
                <a:solidFill>
                  <a:srgbClr val="FFFFFF">
                    <a:lumMod val="65000"/>
                  </a:srgbClr>
                </a:solidFill>
                <a:latin typeface="华文黑体_易方达" panose="02010600040101010101" pitchFamily="2" charset="-122"/>
                <a:ea typeface="华文黑体_易方达" panose="02010600040101010101" pitchFamily="2" charset="-122"/>
              </a:rPr>
              <a:t>Arial</a:t>
            </a:r>
            <a:r>
              <a:rPr lang="zh-CN" altLang="en-US" sz="900" dirty="0" smtClean="0">
                <a:solidFill>
                  <a:srgbClr val="FFFFFF">
                    <a:lumMod val="65000"/>
                  </a:srgbClr>
                </a:solidFill>
                <a:latin typeface="华文黑体_易方达" panose="02010600040101010101" pitchFamily="2" charset="-122"/>
                <a:ea typeface="华文黑体_易方达" panose="02010600040101010101" pitchFamily="2" charset="-122"/>
              </a:rPr>
              <a:t>，23号加粗，颜色：白色 </a:t>
            </a:r>
            <a:endParaRPr lang="en-US" altLang="zh-CN" sz="900" dirty="0" smtClean="0">
              <a:solidFill>
                <a:srgbClr val="FFFFFF">
                  <a:lumMod val="65000"/>
                </a:srgbClr>
              </a:solidFill>
              <a:latin typeface="华文黑体_易方达" panose="02010600040101010101" pitchFamily="2" charset="-122"/>
              <a:ea typeface="华文黑体_易方达" panose="02010600040101010101" pitchFamily="2" charset="-122"/>
            </a:endParaRPr>
          </a:p>
          <a:p>
            <a:endParaRPr lang="en-US" altLang="zh-CN" sz="900" dirty="0" smtClean="0">
              <a:solidFill>
                <a:srgbClr val="FFFFFF">
                  <a:lumMod val="65000"/>
                </a:srgbClr>
              </a:solidFill>
              <a:latin typeface="华文黑体_易方达" panose="02010600040101010101" pitchFamily="2" charset="-122"/>
              <a:ea typeface="华文黑体_易方达" panose="02010600040101010101" pitchFamily="2" charset="-122"/>
            </a:endParaRPr>
          </a:p>
          <a:p>
            <a:endParaRPr lang="en-US" altLang="zh-CN" sz="900" dirty="0" smtClean="0">
              <a:solidFill>
                <a:srgbClr val="FFFFFF">
                  <a:lumMod val="65000"/>
                </a:srgbClr>
              </a:solidFill>
              <a:latin typeface="华文黑体_易方达" panose="02010600040101010101" pitchFamily="2" charset="-122"/>
              <a:ea typeface="华文黑体_易方达" panose="02010600040101010101" pitchFamily="2" charset="-122"/>
            </a:endParaRPr>
          </a:p>
          <a:p>
            <a:endParaRPr lang="en-US" altLang="zh-CN" sz="900" dirty="0" smtClean="0">
              <a:solidFill>
                <a:srgbClr val="FFFFFF">
                  <a:lumMod val="65000"/>
                </a:srgbClr>
              </a:solidFill>
              <a:latin typeface="华文黑体_易方达" panose="02010600040101010101" pitchFamily="2" charset="-122"/>
              <a:ea typeface="华文黑体_易方达" panose="02010600040101010101" pitchFamily="2" charset="-122"/>
            </a:endParaRPr>
          </a:p>
          <a:p>
            <a:endParaRPr lang="en-US" altLang="zh-CN" sz="900" dirty="0" smtClean="0">
              <a:solidFill>
                <a:srgbClr val="FFFFFF">
                  <a:lumMod val="65000"/>
                </a:srgbClr>
              </a:solidFill>
              <a:latin typeface="华文黑体_易方达" panose="02010600040101010101" pitchFamily="2" charset="-122"/>
              <a:ea typeface="华文黑体_易方达" panose="02010600040101010101" pitchFamily="2" charset="-122"/>
            </a:endParaRPr>
          </a:p>
          <a:p>
            <a:r>
              <a:rPr lang="en-US" altLang="zh-CN" sz="900" dirty="0" smtClean="0">
                <a:solidFill>
                  <a:srgbClr val="FFFFFF">
                    <a:lumMod val="65000"/>
                  </a:srgbClr>
                </a:solidFill>
                <a:latin typeface="华文黑体_易方达" panose="02010600040101010101" pitchFamily="2" charset="-122"/>
                <a:ea typeface="华文黑体_易方达" panose="02010600040101010101" pitchFamily="2" charset="-122"/>
              </a:rPr>
              <a:t>2.</a:t>
            </a:r>
            <a:r>
              <a:rPr lang="zh-CN" altLang="en-US" sz="900" dirty="0" smtClean="0">
                <a:solidFill>
                  <a:srgbClr val="FFFFFF">
                    <a:lumMod val="65000"/>
                  </a:srgbClr>
                </a:solidFill>
                <a:latin typeface="华文黑体_易方达" panose="02010600040101010101" pitchFamily="2" charset="-122"/>
                <a:ea typeface="华文黑体_易方达" panose="02010600040101010101" pitchFamily="2" charset="-122"/>
              </a:rPr>
              <a:t>目录页章节序号：Arial，2</a:t>
            </a:r>
            <a:r>
              <a:rPr lang="en-US" altLang="zh-CN" sz="900" dirty="0" smtClean="0">
                <a:solidFill>
                  <a:srgbClr val="FFFFFF">
                    <a:lumMod val="65000"/>
                  </a:srgbClr>
                </a:solidFill>
                <a:latin typeface="华文黑体_易方达" panose="02010600040101010101" pitchFamily="2" charset="-122"/>
                <a:ea typeface="华文黑体_易方达" panose="02010600040101010101" pitchFamily="2" charset="-122"/>
              </a:rPr>
              <a:t>8</a:t>
            </a:r>
            <a:r>
              <a:rPr lang="zh-CN" altLang="en-US" sz="900" dirty="0" smtClean="0">
                <a:solidFill>
                  <a:srgbClr val="FFFFFF">
                    <a:lumMod val="65000"/>
                  </a:srgbClr>
                </a:solidFill>
                <a:latin typeface="华文黑体_易方达" panose="02010600040101010101" pitchFamily="2" charset="-122"/>
                <a:ea typeface="华文黑体_易方达" panose="02010600040101010101" pitchFamily="2" charset="-122"/>
              </a:rPr>
              <a:t>号，加粗目录正文：Arial，</a:t>
            </a:r>
            <a:r>
              <a:rPr lang="en-US" altLang="zh-CN" sz="900" dirty="0" smtClean="0">
                <a:solidFill>
                  <a:srgbClr val="FFFFFF">
                    <a:lumMod val="65000"/>
                  </a:srgbClr>
                </a:solidFill>
                <a:latin typeface="华文黑体_易方达" panose="02010600040101010101" pitchFamily="2" charset="-122"/>
                <a:ea typeface="华文黑体_易方达" panose="02010600040101010101" pitchFamily="2" charset="-122"/>
              </a:rPr>
              <a:t>18</a:t>
            </a:r>
            <a:r>
              <a:rPr lang="zh-CN" altLang="en-US" sz="900" dirty="0" smtClean="0">
                <a:solidFill>
                  <a:srgbClr val="FFFFFF">
                    <a:lumMod val="65000"/>
                  </a:srgbClr>
                </a:solidFill>
                <a:latin typeface="华文黑体_易方达" panose="02010600040101010101" pitchFamily="2" charset="-122"/>
                <a:ea typeface="华文黑体_易方达" panose="02010600040101010101" pitchFamily="2" charset="-122"/>
              </a:rPr>
              <a:t>号，不加粗</a:t>
            </a:r>
            <a:endParaRPr lang="en-US" altLang="zh-CN" sz="900" dirty="0" smtClean="0">
              <a:solidFill>
                <a:srgbClr val="FFFFFF">
                  <a:lumMod val="65000"/>
                </a:srgbClr>
              </a:solidFill>
              <a:latin typeface="华文黑体_易方达" panose="02010600040101010101" pitchFamily="2" charset="-122"/>
              <a:ea typeface="华文黑体_易方达" panose="02010600040101010101" pitchFamily="2" charset="-122"/>
            </a:endParaRPr>
          </a:p>
          <a:p>
            <a:endParaRPr lang="en-US" altLang="zh-CN" sz="900" dirty="0" smtClean="0">
              <a:solidFill>
                <a:srgbClr val="FFFFFF">
                  <a:lumMod val="65000"/>
                </a:srgbClr>
              </a:solidFill>
              <a:latin typeface="华文黑体_易方达" panose="02010600040101010101" pitchFamily="2" charset="-122"/>
              <a:ea typeface="华文黑体_易方达" panose="02010600040101010101" pitchFamily="2" charset="-122"/>
            </a:endParaRPr>
          </a:p>
          <a:p>
            <a:endParaRPr lang="en-US" altLang="zh-CN" sz="900" dirty="0" smtClean="0">
              <a:solidFill>
                <a:srgbClr val="FFFFFF">
                  <a:lumMod val="65000"/>
                </a:srgbClr>
              </a:solidFill>
              <a:latin typeface="华文黑体_易方达" panose="02010600040101010101" pitchFamily="2" charset="-122"/>
              <a:ea typeface="华文黑体_易方达" panose="02010600040101010101" pitchFamily="2" charset="-122"/>
            </a:endParaRPr>
          </a:p>
          <a:p>
            <a:endParaRPr lang="en-US" altLang="zh-CN" sz="900" dirty="0" smtClean="0">
              <a:solidFill>
                <a:srgbClr val="FFFFFF">
                  <a:lumMod val="65000"/>
                </a:srgbClr>
              </a:solidFill>
              <a:latin typeface="华文黑体_易方达" panose="02010600040101010101" pitchFamily="2" charset="-122"/>
              <a:ea typeface="华文黑体_易方达" panose="02010600040101010101" pitchFamily="2" charset="-122"/>
            </a:endParaRPr>
          </a:p>
          <a:p>
            <a:r>
              <a:rPr lang="zh-CN" altLang="en-US" sz="900" dirty="0" smtClean="0">
                <a:solidFill>
                  <a:srgbClr val="FFFFFF">
                    <a:lumMod val="65000"/>
                  </a:srgbClr>
                </a:solidFill>
                <a:latin typeface="华文黑体_易方达" panose="02010600040101010101" pitchFamily="2" charset="-122"/>
                <a:ea typeface="华文黑体_易方达" panose="02010600040101010101" pitchFamily="2" charset="-122"/>
              </a:rPr>
              <a:t> </a:t>
            </a:r>
            <a:endParaRPr lang="en-US" altLang="zh-CN" sz="900" dirty="0" smtClean="0">
              <a:solidFill>
                <a:srgbClr val="FFFFFF">
                  <a:lumMod val="65000"/>
                </a:srgbClr>
              </a:solidFill>
              <a:latin typeface="华文黑体_易方达" panose="02010600040101010101" pitchFamily="2" charset="-122"/>
              <a:ea typeface="华文黑体_易方达" panose="02010600040101010101" pitchFamily="2" charset="-122"/>
            </a:endParaRPr>
          </a:p>
          <a:p>
            <a:pPr>
              <a:defRPr/>
            </a:pPr>
            <a:r>
              <a:rPr lang="en-US" altLang="zh-CN" sz="900" dirty="0" smtClean="0">
                <a:solidFill>
                  <a:srgbClr val="FFFFFF">
                    <a:lumMod val="65000"/>
                  </a:srgbClr>
                </a:solidFill>
                <a:latin typeface="华文黑体_易方达" panose="02010600040101010101" pitchFamily="2" charset="-122"/>
                <a:ea typeface="华文黑体_易方达" panose="02010600040101010101" pitchFamily="2" charset="-122"/>
              </a:rPr>
              <a:t>3</a:t>
            </a:r>
            <a:r>
              <a:rPr lang="zh-CN" altLang="en-US" sz="900" dirty="0" smtClean="0">
                <a:solidFill>
                  <a:srgbClr val="FFFFFF">
                    <a:lumMod val="65000"/>
                  </a:srgbClr>
                </a:solidFill>
                <a:latin typeface="华文黑体_易方达" panose="02010600040101010101" pitchFamily="2" charset="-122"/>
                <a:ea typeface="华文黑体_易方达" panose="02010600040101010101" pitchFamily="2" charset="-122"/>
              </a:rPr>
              <a:t>. 章节页序号：Arial，</a:t>
            </a:r>
            <a:r>
              <a:rPr lang="en-US" altLang="zh-CN" sz="900" dirty="0" smtClean="0">
                <a:solidFill>
                  <a:srgbClr val="FFFFFF">
                    <a:lumMod val="65000"/>
                  </a:srgbClr>
                </a:solidFill>
                <a:latin typeface="华文黑体_易方达" panose="02010600040101010101" pitchFamily="2" charset="-122"/>
                <a:ea typeface="华文黑体_易方达" panose="02010600040101010101" pitchFamily="2" charset="-122"/>
              </a:rPr>
              <a:t>24</a:t>
            </a:r>
            <a:r>
              <a:rPr lang="zh-CN" altLang="en-US" sz="900" dirty="0" smtClean="0">
                <a:solidFill>
                  <a:srgbClr val="FFFFFF">
                    <a:lumMod val="65000"/>
                  </a:srgbClr>
                </a:solidFill>
                <a:latin typeface="华文黑体_易方达" panose="02010600040101010101" pitchFamily="2" charset="-122"/>
                <a:ea typeface="华文黑体_易方达" panose="02010600040101010101" pitchFamily="2" charset="-122"/>
              </a:rPr>
              <a:t>号，加粗</a:t>
            </a:r>
            <a:endParaRPr lang="en-US" altLang="zh-CN" sz="900" dirty="0" smtClean="0">
              <a:solidFill>
                <a:srgbClr val="FFFFFF">
                  <a:lumMod val="65000"/>
                </a:srgbClr>
              </a:solidFill>
              <a:latin typeface="华文黑体_易方达" panose="02010600040101010101" pitchFamily="2" charset="-122"/>
              <a:ea typeface="华文黑体_易方达" panose="02010600040101010101" pitchFamily="2" charset="-122"/>
            </a:endParaRPr>
          </a:p>
          <a:p>
            <a:pPr>
              <a:defRPr/>
            </a:pPr>
            <a:r>
              <a:rPr lang="zh-CN" altLang="en-US" sz="900" dirty="0" smtClean="0">
                <a:solidFill>
                  <a:srgbClr val="FFFFFF">
                    <a:lumMod val="65000"/>
                  </a:srgbClr>
                </a:solidFill>
                <a:latin typeface="华文黑体_易方达" panose="02010600040101010101" pitchFamily="2" charset="-122"/>
                <a:ea typeface="华文黑体_易方达" panose="02010600040101010101" pitchFamily="2" charset="-122"/>
              </a:rPr>
              <a:t>页面主标题：</a:t>
            </a:r>
            <a:r>
              <a:rPr lang="en-US" altLang="zh-CN" sz="900" dirty="0" smtClean="0">
                <a:solidFill>
                  <a:srgbClr val="FFFFFF">
                    <a:lumMod val="65000"/>
                  </a:srgbClr>
                </a:solidFill>
                <a:latin typeface="华文黑体_易方达" panose="02010600040101010101" pitchFamily="2" charset="-122"/>
                <a:ea typeface="华文黑体_易方达" panose="02010600040101010101" pitchFamily="2" charset="-122"/>
              </a:rPr>
              <a:t>Arial</a:t>
            </a:r>
            <a:r>
              <a:rPr lang="zh-CN" altLang="en-US" sz="900" dirty="0" smtClean="0">
                <a:solidFill>
                  <a:srgbClr val="FFFFFF">
                    <a:lumMod val="65000"/>
                  </a:srgbClr>
                </a:solidFill>
                <a:latin typeface="华文黑体_易方达" panose="02010600040101010101" pitchFamily="2" charset="-122"/>
                <a:ea typeface="华文黑体_易方达" panose="02010600040101010101" pitchFamily="2" charset="-122"/>
              </a:rPr>
              <a:t>，2</a:t>
            </a:r>
            <a:r>
              <a:rPr lang="en-US" altLang="zh-CN" sz="900" dirty="0" smtClean="0">
                <a:solidFill>
                  <a:srgbClr val="FFFFFF">
                    <a:lumMod val="65000"/>
                  </a:srgbClr>
                </a:solidFill>
                <a:latin typeface="华文黑体_易方达" panose="02010600040101010101" pitchFamily="2" charset="-122"/>
                <a:ea typeface="华文黑体_易方达" panose="02010600040101010101" pitchFamily="2" charset="-122"/>
              </a:rPr>
              <a:t>8</a:t>
            </a:r>
            <a:r>
              <a:rPr lang="zh-CN" altLang="en-US" sz="900" dirty="0" smtClean="0">
                <a:solidFill>
                  <a:srgbClr val="FFFFFF">
                    <a:lumMod val="65000"/>
                  </a:srgbClr>
                </a:solidFill>
                <a:latin typeface="华文黑体_易方达" panose="02010600040101010101" pitchFamily="2" charset="-122"/>
                <a:ea typeface="华文黑体_易方达" panose="02010600040101010101" pitchFamily="2" charset="-122"/>
              </a:rPr>
              <a:t>号 </a:t>
            </a:r>
            <a:endParaRPr lang="en-US" altLang="zh-CN" sz="900" dirty="0" smtClean="0">
              <a:solidFill>
                <a:srgbClr val="FFFFFF">
                  <a:lumMod val="65000"/>
                </a:srgbClr>
              </a:solidFill>
              <a:latin typeface="华文黑体_易方达" panose="02010600040101010101" pitchFamily="2" charset="-122"/>
              <a:ea typeface="华文黑体_易方达" panose="02010600040101010101" pitchFamily="2" charset="-122"/>
            </a:endParaRPr>
          </a:p>
          <a:p>
            <a:endParaRPr lang="en-US" altLang="zh-CN" sz="900" dirty="0" smtClean="0">
              <a:solidFill>
                <a:srgbClr val="FFFFFF">
                  <a:lumMod val="65000"/>
                </a:srgbClr>
              </a:solidFill>
              <a:latin typeface="华文黑体_易方达" panose="02010600040101010101" pitchFamily="2" charset="-122"/>
              <a:ea typeface="华文黑体_易方达" panose="02010600040101010101" pitchFamily="2" charset="-122"/>
            </a:endParaRPr>
          </a:p>
          <a:p>
            <a:endParaRPr lang="en-US" altLang="zh-CN" sz="900" dirty="0" smtClean="0">
              <a:solidFill>
                <a:srgbClr val="FFFFFF">
                  <a:lumMod val="65000"/>
                </a:srgbClr>
              </a:solidFill>
              <a:latin typeface="华文黑体_易方达" panose="02010600040101010101" pitchFamily="2" charset="-122"/>
              <a:ea typeface="华文黑体_易方达" panose="02010600040101010101" pitchFamily="2" charset="-122"/>
            </a:endParaRPr>
          </a:p>
          <a:p>
            <a:endParaRPr lang="en-US" altLang="zh-CN" sz="900" dirty="0" smtClean="0">
              <a:solidFill>
                <a:srgbClr val="FFFFFF">
                  <a:lumMod val="65000"/>
                </a:srgbClr>
              </a:solidFill>
              <a:latin typeface="华文黑体_易方达" panose="02010600040101010101" pitchFamily="2" charset="-122"/>
              <a:ea typeface="华文黑体_易方达" panose="02010600040101010101" pitchFamily="2" charset="-122"/>
            </a:endParaRPr>
          </a:p>
          <a:p>
            <a:endParaRPr lang="en-US" altLang="zh-CN" sz="900" dirty="0" smtClean="0">
              <a:solidFill>
                <a:srgbClr val="FFFFFF">
                  <a:lumMod val="65000"/>
                </a:srgbClr>
              </a:solidFill>
              <a:latin typeface="华文黑体_易方达" panose="02010600040101010101" pitchFamily="2" charset="-122"/>
              <a:ea typeface="华文黑体_易方达" panose="02010600040101010101" pitchFamily="2" charset="-122"/>
            </a:endParaRPr>
          </a:p>
          <a:p>
            <a:endParaRPr lang="en-US" altLang="zh-CN" sz="900" dirty="0" smtClean="0">
              <a:solidFill>
                <a:srgbClr val="FFFFFF">
                  <a:lumMod val="65000"/>
                </a:srgbClr>
              </a:solidFill>
              <a:latin typeface="华文黑体_易方达" panose="02010600040101010101" pitchFamily="2" charset="-122"/>
              <a:ea typeface="华文黑体_易方达" panose="02010600040101010101" pitchFamily="2" charset="-122"/>
            </a:endParaRPr>
          </a:p>
          <a:p>
            <a:endParaRPr lang="zh-CN" altLang="en-US" sz="900" dirty="0" smtClean="0">
              <a:solidFill>
                <a:srgbClr val="FFFFFF">
                  <a:lumMod val="65000"/>
                </a:srgbClr>
              </a:solidFill>
              <a:latin typeface="华文黑体_易方达" panose="02010600040101010101" pitchFamily="2" charset="-122"/>
              <a:ea typeface="华文黑体_易方达" panose="02010600040101010101" pitchFamily="2" charset="-122"/>
            </a:endParaRPr>
          </a:p>
          <a:p>
            <a:r>
              <a:rPr lang="zh-CN" altLang="en-US" sz="900" dirty="0" smtClean="0">
                <a:solidFill>
                  <a:srgbClr val="FFFFFF">
                    <a:lumMod val="65000"/>
                  </a:srgbClr>
                </a:solidFill>
                <a:latin typeface="华文黑体_易方达" panose="02010600040101010101" pitchFamily="2" charset="-122"/>
                <a:ea typeface="华文黑体_易方达" panose="02010600040101010101" pitchFamily="2" charset="-122"/>
              </a:rPr>
              <a:t>• 文字颜色统一为深蓝（R0，G80，B150</a:t>
            </a:r>
            <a:endParaRPr lang="zh-CN" altLang="en-US" sz="900" dirty="0">
              <a:solidFill>
                <a:srgbClr val="FFFFFF">
                  <a:lumMod val="65000"/>
                </a:srgbClr>
              </a:solidFill>
              <a:latin typeface="华文黑体_易方达" panose="02010600040101010101" pitchFamily="2" charset="-122"/>
              <a:ea typeface="华文黑体_易方达" panose="02010600040101010101" pitchFamily="2" charset="-122"/>
            </a:endParaRPr>
          </a:p>
        </p:txBody>
      </p:sp>
      <p:pic>
        <p:nvPicPr>
          <p:cNvPr id="9" name="图片 8"/>
          <p:cNvPicPr>
            <a:picLocks noChangeAspect="1"/>
          </p:cNvPicPr>
          <p:nvPr userDrawn="1"/>
        </p:nvPicPr>
        <p:blipFill>
          <a:blip r:embed="rId3">
            <a:extLst>
              <a:ext uri="{28A0092B-C50C-407E-A947-70E740481C1C}">
                <a14:useLocalDpi xmlns:a14="http://schemas.microsoft.com/office/drawing/2010/main" val="0"/>
              </a:ext>
            </a:extLst>
          </a:blip>
          <a:stretch>
            <a:fillRect/>
          </a:stretch>
        </p:blipFill>
        <p:spPr>
          <a:xfrm>
            <a:off x="7299995" y="81588"/>
            <a:ext cx="1480616" cy="629304"/>
          </a:xfrm>
          <a:prstGeom prst="rect">
            <a:avLst/>
          </a:prstGeom>
        </p:spPr>
      </p:pic>
      <p:sp>
        <p:nvSpPr>
          <p:cNvPr id="8" name="文本框 7"/>
          <p:cNvSpPr txBox="1"/>
          <p:nvPr userDrawn="1"/>
        </p:nvSpPr>
        <p:spPr>
          <a:xfrm>
            <a:off x="4118640" y="4755072"/>
            <a:ext cx="2576919" cy="215444"/>
          </a:xfrm>
          <a:prstGeom prst="rect">
            <a:avLst/>
          </a:prstGeom>
          <a:noFill/>
        </p:spPr>
        <p:txBody>
          <a:bodyPr wrap="square" rtlCol="0">
            <a:spAutoFit/>
          </a:bodyPr>
          <a:lstStyle/>
          <a:p>
            <a:r>
              <a:rPr lang="en-US" altLang="zh-CN" sz="800" dirty="0" smtClean="0">
                <a:solidFill>
                  <a:srgbClr val="3C3C3C"/>
                </a:solidFill>
                <a:latin typeface="Arial" panose="020B0604020202020204" pitchFamily="34" charset="0"/>
                <a:ea typeface="华文黑体_易方达" panose="02010600040101010101" pitchFamily="2" charset="-122"/>
                <a:cs typeface="Arial" panose="020B0604020202020204" pitchFamily="34" charset="0"/>
              </a:rPr>
              <a:t>For Internal Use</a:t>
            </a:r>
            <a:endParaRPr lang="zh-CN" altLang="en-US" sz="800" dirty="0" smtClean="0">
              <a:solidFill>
                <a:srgbClr val="3C3C3C"/>
              </a:solidFill>
              <a:latin typeface="Arial" panose="020B0604020202020204" pitchFamily="34" charset="0"/>
              <a:ea typeface="华文黑体_易方达" panose="02010600040101010101" pitchFamily="2" charset="-122"/>
              <a:cs typeface="Arial" panose="020B0604020202020204" pitchFamily="34" charset="0"/>
            </a:endParaRPr>
          </a:p>
        </p:txBody>
      </p:sp>
    </p:spTree>
    <p:extLst>
      <p:ext uri="{BB962C8B-B14F-4D97-AF65-F5344CB8AC3E}">
        <p14:creationId xmlns:p14="http://schemas.microsoft.com/office/powerpoint/2010/main" val="569901719"/>
      </p:ext>
    </p:extLst>
  </p:cSld>
  <p:clrMapOvr>
    <a:masterClrMapping/>
  </p:clrMapOvr>
  <p:timing>
    <p:tnLst>
      <p:par>
        <p:cTn id="1" dur="indefinite" restart="never" nodeType="tmRoot"/>
      </p:par>
    </p:tnLst>
  </p:timing>
</p:sldLayout>
</file>

<file path=ppt/slideLayouts/slideLayout17.xml><?xml version="1.0" encoding="utf-8"?>
<p:sldLayout xmlns:a="http://schemas.openxmlformats.org/drawingml/2006/main" xmlns:r="http://schemas.openxmlformats.org/officeDocument/2006/relationships" xmlns:p="http://schemas.openxmlformats.org/presentationml/2006/main" preserve="1" userDrawn="1">
  <p:cSld name="1_文字内容页">
    <p:spTree>
      <p:nvGrpSpPr>
        <p:cNvPr id="1" name=""/>
        <p:cNvGrpSpPr/>
        <p:nvPr/>
      </p:nvGrpSpPr>
      <p:grpSpPr>
        <a:xfrm>
          <a:off x="0" y="0"/>
          <a:ext cx="0" cy="0"/>
          <a:chOff x="0" y="0"/>
          <a:chExt cx="0" cy="0"/>
        </a:xfrm>
      </p:grpSpPr>
      <p:pic>
        <p:nvPicPr>
          <p:cNvPr id="10" name="Picture 9" descr="Bar_1.png"/>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0" y="0"/>
            <a:ext cx="9144000" cy="792480"/>
          </a:xfrm>
          <a:prstGeom prst="rect">
            <a:avLst/>
          </a:prstGeom>
        </p:spPr>
      </p:pic>
      <p:sp>
        <p:nvSpPr>
          <p:cNvPr id="17" name="Rectangle 21"/>
          <p:cNvSpPr>
            <a:spLocks noGrp="1" noChangeArrowheads="1"/>
          </p:cNvSpPr>
          <p:nvPr>
            <p:ph type="title" hasCustomPrompt="1"/>
          </p:nvPr>
        </p:nvSpPr>
        <p:spPr bwMode="auto">
          <a:xfrm>
            <a:off x="363151" y="211632"/>
            <a:ext cx="6191653" cy="268047"/>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 uri="{FAA26D3D-D897-4be2-8F04-BA451C77F1D7}">
              <ma14:placeholderFlag xmlns="" xmlns:ma14="http://schemas.microsoft.com/office/mac/drawingml/2011/main" val="1"/>
            </a:ext>
          </a:extLst>
        </p:spPr>
        <p:txBody>
          <a:bodyPr vert="horz" wrap="square" lIns="0" tIns="0" rIns="0" bIns="45720" numCol="1" anchor="t" anchorCtr="0" compatLnSpc="1">
            <a:prstTxWarp prst="textNoShape">
              <a:avLst/>
            </a:prstTxWarp>
          </a:bodyPr>
          <a:lstStyle>
            <a:lvl1pPr marL="0" marR="0" indent="0" algn="l" defTabSz="914400" rtl="0" eaLnBrk="1" fontAlgn="base" latinLnBrk="0" hangingPunct="1">
              <a:lnSpc>
                <a:spcPct val="100000"/>
              </a:lnSpc>
              <a:spcBef>
                <a:spcPct val="0"/>
              </a:spcBef>
              <a:spcAft>
                <a:spcPct val="0"/>
              </a:spcAft>
              <a:buClrTx/>
              <a:buSzTx/>
              <a:buFontTx/>
              <a:buNone/>
              <a:tabLst/>
              <a:defRPr sz="2300" b="1">
                <a:solidFill>
                  <a:schemeClr val="bg1"/>
                </a:solidFill>
                <a:latin typeface="+mn-lt"/>
                <a:ea typeface="华文黑体_易方达" panose="02010600040101010101" pitchFamily="2" charset="-122"/>
              </a:defRPr>
            </a:lvl1pPr>
          </a:lstStyle>
          <a:p>
            <a:pPr lvl="0"/>
            <a:r>
              <a:rPr lang="en-US" altLang="zh-CN" dirty="0" smtClean="0"/>
              <a:t>Click  to add title</a:t>
            </a:r>
            <a:endParaRPr lang="en-US" dirty="0" smtClean="0"/>
          </a:p>
        </p:txBody>
      </p:sp>
      <p:sp>
        <p:nvSpPr>
          <p:cNvPr id="33" name="Rectangle 22"/>
          <p:cNvSpPr>
            <a:spLocks noGrp="1" noChangeAspect="1" noChangeArrowheads="1"/>
          </p:cNvSpPr>
          <p:nvPr>
            <p:ph idx="10" hasCustomPrompt="1"/>
          </p:nvPr>
        </p:nvSpPr>
        <p:spPr bwMode="auto">
          <a:xfrm>
            <a:off x="360363" y="1296527"/>
            <a:ext cx="8030104" cy="2479218"/>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 uri="{FAA26D3D-D897-4be2-8F04-BA451C77F1D7}">
              <ma14:placeholderFlag xmlns="" xmlns:ma14="http://schemas.microsoft.com/office/mac/drawingml/2011/main" val="1"/>
            </a:ext>
          </a:extLst>
        </p:spPr>
        <p:txBody>
          <a:bodyPr vert="horz" wrap="square" lIns="0" tIns="0" rIns="0" bIns="0" numCol="1" anchor="t" anchorCtr="0" compatLnSpc="1">
            <a:prstTxWarp prst="textNoShape">
              <a:avLst/>
            </a:prstTxWarp>
          </a:bodyPr>
          <a:lstStyle>
            <a:lvl1pPr marL="0" marR="0" indent="0" algn="l" defTabSz="914400" rtl="0" eaLnBrk="1" fontAlgn="base" latinLnBrk="0" hangingPunct="1">
              <a:lnSpc>
                <a:spcPts val="1800"/>
              </a:lnSpc>
              <a:spcBef>
                <a:spcPts val="0"/>
              </a:spcBef>
              <a:spcAft>
                <a:spcPct val="0"/>
              </a:spcAft>
              <a:buClrTx/>
              <a:buSzTx/>
              <a:buFontTx/>
              <a:buNone/>
              <a:tabLst/>
              <a:defRPr sz="1500" b="0" baseline="0">
                <a:solidFill>
                  <a:srgbClr val="005096"/>
                </a:solidFill>
                <a:latin typeface="+mn-lt"/>
                <a:ea typeface="华文黑体_易方达" panose="02010600040101010101" pitchFamily="2" charset="-122"/>
              </a:defRPr>
            </a:lvl1pPr>
            <a:lvl2pPr algn="l">
              <a:lnSpc>
                <a:spcPts val="2400"/>
              </a:lnSpc>
              <a:buFontTx/>
              <a:buNone/>
              <a:defRPr sz="1500" baseline="0">
                <a:solidFill>
                  <a:schemeClr val="bg1"/>
                </a:solidFill>
                <a:latin typeface="Arial"/>
              </a:defRPr>
            </a:lvl2pPr>
            <a:lvl3pPr>
              <a:buFontTx/>
              <a:buNone/>
              <a:defRPr/>
            </a:lvl3pPr>
            <a:lvl4pPr>
              <a:buFontTx/>
              <a:buNone/>
              <a:defRPr/>
            </a:lvl4pPr>
            <a:lvl5pPr>
              <a:buFontTx/>
              <a:buNone/>
              <a:defRPr/>
            </a:lvl5pPr>
          </a:lstStyle>
          <a:p>
            <a:pPr lvl="0"/>
            <a:r>
              <a:rPr lang="en-US" altLang="zh-CN" dirty="0" smtClean="0"/>
              <a:t>Click  to add title</a:t>
            </a:r>
            <a:endParaRPr lang="en-US" dirty="0" smtClean="0"/>
          </a:p>
        </p:txBody>
      </p:sp>
      <p:sp>
        <p:nvSpPr>
          <p:cNvPr id="16" name="Slide Number Placeholder 5"/>
          <p:cNvSpPr txBox="1">
            <a:spLocks/>
          </p:cNvSpPr>
          <p:nvPr userDrawn="1"/>
        </p:nvSpPr>
        <p:spPr bwMode="auto">
          <a:xfrm>
            <a:off x="8359020" y="4791886"/>
            <a:ext cx="448205" cy="141816"/>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lIns="0" tIns="0" rIns="0" bIns="0"/>
          <a:lstStyle>
            <a:lvl1pPr eaLnBrk="0" hangingPunct="0">
              <a:defRPr sz="2400">
                <a:solidFill>
                  <a:schemeClr val="tx1"/>
                </a:solidFill>
                <a:latin typeface="Arial" charset="0"/>
                <a:ea typeface="ＭＳ Ｐゴシック" charset="0"/>
                <a:cs typeface="ＭＳ Ｐゴシック" charset="0"/>
              </a:defRPr>
            </a:lvl1pPr>
            <a:lvl2pPr marL="742950" indent="-285750" eaLnBrk="0" hangingPunct="0">
              <a:defRPr sz="2400">
                <a:solidFill>
                  <a:schemeClr val="tx1"/>
                </a:solidFill>
                <a:latin typeface="Arial" charset="0"/>
                <a:ea typeface="ＭＳ Ｐゴシック" charset="0"/>
              </a:defRPr>
            </a:lvl2pPr>
            <a:lvl3pPr marL="1143000" indent="-228600" eaLnBrk="0" hangingPunct="0">
              <a:defRPr sz="2400">
                <a:solidFill>
                  <a:schemeClr val="tx1"/>
                </a:solidFill>
                <a:latin typeface="Arial" charset="0"/>
                <a:ea typeface="ＭＳ Ｐゴシック" charset="0"/>
              </a:defRPr>
            </a:lvl3pPr>
            <a:lvl4pPr marL="1600200" indent="-228600" eaLnBrk="0" hangingPunct="0">
              <a:defRPr sz="2400">
                <a:solidFill>
                  <a:schemeClr val="tx1"/>
                </a:solidFill>
                <a:latin typeface="Arial" charset="0"/>
                <a:ea typeface="ＭＳ Ｐゴシック" charset="0"/>
              </a:defRPr>
            </a:lvl4pPr>
            <a:lvl5pPr marL="2057400" indent="-228600" eaLnBrk="0" hangingPunct="0">
              <a:defRPr sz="2400">
                <a:solidFill>
                  <a:schemeClr val="tx1"/>
                </a:solidFill>
                <a:latin typeface="Arial" charset="0"/>
                <a:ea typeface="ＭＳ Ｐゴシック" charset="0"/>
              </a:defRPr>
            </a:lvl5pPr>
            <a:lvl6pPr marL="2514600" indent="-228600" eaLnBrk="0" fontAlgn="base" hangingPunct="0">
              <a:spcBef>
                <a:spcPct val="0"/>
              </a:spcBef>
              <a:spcAft>
                <a:spcPct val="0"/>
              </a:spcAft>
              <a:defRPr sz="2400">
                <a:solidFill>
                  <a:schemeClr val="tx1"/>
                </a:solidFill>
                <a:latin typeface="Arial" charset="0"/>
                <a:ea typeface="ＭＳ Ｐゴシック" charset="0"/>
              </a:defRPr>
            </a:lvl6pPr>
            <a:lvl7pPr marL="2971800" indent="-228600" eaLnBrk="0" fontAlgn="base" hangingPunct="0">
              <a:spcBef>
                <a:spcPct val="0"/>
              </a:spcBef>
              <a:spcAft>
                <a:spcPct val="0"/>
              </a:spcAft>
              <a:defRPr sz="2400">
                <a:solidFill>
                  <a:schemeClr val="tx1"/>
                </a:solidFill>
                <a:latin typeface="Arial" charset="0"/>
                <a:ea typeface="ＭＳ Ｐゴシック" charset="0"/>
              </a:defRPr>
            </a:lvl7pPr>
            <a:lvl8pPr marL="3429000" indent="-228600" eaLnBrk="0" fontAlgn="base" hangingPunct="0">
              <a:spcBef>
                <a:spcPct val="0"/>
              </a:spcBef>
              <a:spcAft>
                <a:spcPct val="0"/>
              </a:spcAft>
              <a:defRPr sz="2400">
                <a:solidFill>
                  <a:schemeClr val="tx1"/>
                </a:solidFill>
                <a:latin typeface="Arial" charset="0"/>
                <a:ea typeface="ＭＳ Ｐゴシック" charset="0"/>
              </a:defRPr>
            </a:lvl8pPr>
            <a:lvl9pPr marL="3886200" indent="-228600" eaLnBrk="0" fontAlgn="base" hangingPunct="0">
              <a:spcBef>
                <a:spcPct val="0"/>
              </a:spcBef>
              <a:spcAft>
                <a:spcPct val="0"/>
              </a:spcAft>
              <a:defRPr sz="2400">
                <a:solidFill>
                  <a:schemeClr val="tx1"/>
                </a:solidFill>
                <a:latin typeface="Arial" charset="0"/>
                <a:ea typeface="ＭＳ Ｐゴシック" charset="0"/>
              </a:defRPr>
            </a:lvl9pPr>
          </a:lstStyle>
          <a:p>
            <a:pPr algn="r"/>
            <a:fld id="{BDAEED39-8CE5-E849-8BB2-D2203B6D9153}" type="slidenum">
              <a:rPr lang="en-US" altLang="zh-CN" sz="800" smtClean="0">
                <a:solidFill>
                  <a:srgbClr val="505050"/>
                </a:solidFill>
                <a:latin typeface="Arial"/>
                <a:ea typeface="黑体" pitchFamily="49" charset="-122"/>
                <a:cs typeface="Arial"/>
              </a:rPr>
              <a:pPr algn="r"/>
              <a:t>‹#›</a:t>
            </a:fld>
            <a:endParaRPr lang="en-US" altLang="zh-CN" sz="800" dirty="0">
              <a:solidFill>
                <a:srgbClr val="505050"/>
              </a:solidFill>
              <a:latin typeface="Arial"/>
              <a:ea typeface="黑体" pitchFamily="49" charset="-122"/>
              <a:cs typeface="Arial"/>
            </a:endParaRPr>
          </a:p>
          <a:p>
            <a:pPr algn="r"/>
            <a:endParaRPr lang="en-US" altLang="zh-CN" sz="800" dirty="0">
              <a:solidFill>
                <a:srgbClr val="505050"/>
              </a:solidFill>
              <a:latin typeface="Arial"/>
              <a:ea typeface="黑体" pitchFamily="49" charset="-122"/>
              <a:cs typeface="Arial"/>
            </a:endParaRPr>
          </a:p>
        </p:txBody>
      </p:sp>
      <p:pic>
        <p:nvPicPr>
          <p:cNvPr id="6" name="Picture 5" descr="Line.png"/>
          <p:cNvPicPr>
            <a:picLocks noChangeAspect="1"/>
          </p:cNvPicPr>
          <p:nvPr userDrawn="1"/>
        </p:nvPicPr>
        <p:blipFill>
          <a:blip r:embed="rId3">
            <a:extLst>
              <a:ext uri="{28A0092B-C50C-407E-A947-70E740481C1C}">
                <a14:useLocalDpi xmlns:a14="http://schemas.microsoft.com/office/drawing/2010/main" val="0"/>
              </a:ext>
            </a:extLst>
          </a:blip>
          <a:stretch>
            <a:fillRect/>
          </a:stretch>
        </p:blipFill>
        <p:spPr>
          <a:xfrm>
            <a:off x="368300" y="4729417"/>
            <a:ext cx="8424672" cy="6096"/>
          </a:xfrm>
          <a:prstGeom prst="rect">
            <a:avLst/>
          </a:prstGeom>
          <a:ln>
            <a:solidFill>
              <a:schemeClr val="bg1">
                <a:lumMod val="65000"/>
              </a:schemeClr>
            </a:solidFill>
          </a:ln>
        </p:spPr>
      </p:pic>
      <p:sp>
        <p:nvSpPr>
          <p:cNvPr id="2" name="文本框 1"/>
          <p:cNvSpPr txBox="1"/>
          <p:nvPr userDrawn="1"/>
        </p:nvSpPr>
        <p:spPr>
          <a:xfrm>
            <a:off x="368300" y="4253023"/>
            <a:ext cx="2576919" cy="338554"/>
          </a:xfrm>
          <a:prstGeom prst="rect">
            <a:avLst/>
          </a:prstGeom>
          <a:noFill/>
        </p:spPr>
        <p:txBody>
          <a:bodyPr wrap="square" rtlCol="0">
            <a:spAutoFit/>
          </a:bodyPr>
          <a:lstStyle/>
          <a:p>
            <a:endParaRPr lang="zh-CN" altLang="en-US" sz="1600" dirty="0" smtClean="0">
              <a:solidFill>
                <a:srgbClr val="000000"/>
              </a:solidFill>
              <a:latin typeface="Verdana" pitchFamily="34" charset="0"/>
              <a:ea typeface="黑体" pitchFamily="49" charset="-122"/>
            </a:endParaRPr>
          </a:p>
        </p:txBody>
      </p:sp>
      <p:sp>
        <p:nvSpPr>
          <p:cNvPr id="3" name="文本框 2"/>
          <p:cNvSpPr txBox="1"/>
          <p:nvPr userDrawn="1"/>
        </p:nvSpPr>
        <p:spPr>
          <a:xfrm>
            <a:off x="283240" y="4755705"/>
            <a:ext cx="2576919" cy="215444"/>
          </a:xfrm>
          <a:prstGeom prst="rect">
            <a:avLst/>
          </a:prstGeom>
          <a:noFill/>
        </p:spPr>
        <p:txBody>
          <a:bodyPr wrap="square" rtlCol="0">
            <a:spAutoFit/>
          </a:bodyPr>
          <a:lstStyle/>
          <a:p>
            <a:r>
              <a:rPr lang="en-US" altLang="zh-CN" sz="800" dirty="0" smtClean="0">
                <a:solidFill>
                  <a:srgbClr val="3C3C3C"/>
                </a:solidFill>
                <a:latin typeface="Arial"/>
                <a:ea typeface="华文黑体_易方达" panose="02010600040101010101" pitchFamily="2" charset="-122"/>
                <a:cs typeface="华文黑体" panose="02010600040101010101" pitchFamily="2" charset="-122"/>
              </a:rPr>
              <a:t>E Fund Management Co., Ltd.</a:t>
            </a:r>
            <a:endParaRPr lang="zh-CN" altLang="en-US" sz="800" dirty="0" smtClean="0">
              <a:solidFill>
                <a:srgbClr val="3C3C3C"/>
              </a:solidFill>
              <a:latin typeface="Arial"/>
              <a:ea typeface="华文黑体_易方达" panose="02010600040101010101" pitchFamily="2" charset="-122"/>
              <a:cs typeface="华文黑体" panose="02010600040101010101" pitchFamily="2" charset="-122"/>
            </a:endParaRPr>
          </a:p>
        </p:txBody>
      </p:sp>
      <p:sp>
        <p:nvSpPr>
          <p:cNvPr id="4" name="矩形 3"/>
          <p:cNvSpPr/>
          <p:nvPr userDrawn="1"/>
        </p:nvSpPr>
        <p:spPr>
          <a:xfrm>
            <a:off x="-1342725" y="145490"/>
            <a:ext cx="1256098" cy="4662815"/>
          </a:xfrm>
          <a:prstGeom prst="rect">
            <a:avLst/>
          </a:prstGeom>
        </p:spPr>
        <p:txBody>
          <a:bodyPr wrap="square">
            <a:spAutoFit/>
          </a:bodyPr>
          <a:lstStyle/>
          <a:p>
            <a:r>
              <a:rPr lang="zh-CN" altLang="en-US" sz="900" dirty="0" smtClean="0">
                <a:solidFill>
                  <a:srgbClr val="FFFFFF">
                    <a:lumMod val="65000"/>
                  </a:srgbClr>
                </a:solidFill>
                <a:latin typeface="华文黑体_易方达" panose="02010600040101010101" pitchFamily="2" charset="-122"/>
                <a:ea typeface="华文黑体_易方达" panose="02010600040101010101" pitchFamily="2" charset="-122"/>
              </a:rPr>
              <a:t>1. 页面主标题：</a:t>
            </a:r>
            <a:r>
              <a:rPr lang="en-US" altLang="zh-CN" sz="900" dirty="0" smtClean="0">
                <a:solidFill>
                  <a:srgbClr val="FFFFFF">
                    <a:lumMod val="65000"/>
                  </a:srgbClr>
                </a:solidFill>
                <a:latin typeface="华文黑体_易方达" panose="02010600040101010101" pitchFamily="2" charset="-122"/>
                <a:ea typeface="华文黑体_易方达" panose="02010600040101010101" pitchFamily="2" charset="-122"/>
              </a:rPr>
              <a:t>Arial</a:t>
            </a:r>
            <a:r>
              <a:rPr lang="zh-CN" altLang="en-US" sz="900" dirty="0" smtClean="0">
                <a:solidFill>
                  <a:srgbClr val="FFFFFF">
                    <a:lumMod val="65000"/>
                  </a:srgbClr>
                </a:solidFill>
                <a:latin typeface="华文黑体_易方达" panose="02010600040101010101" pitchFamily="2" charset="-122"/>
                <a:ea typeface="华文黑体_易方达" panose="02010600040101010101" pitchFamily="2" charset="-122"/>
              </a:rPr>
              <a:t>，23号加粗，颜色：白色 </a:t>
            </a:r>
            <a:endParaRPr lang="en-US" altLang="zh-CN" sz="900" dirty="0" smtClean="0">
              <a:solidFill>
                <a:srgbClr val="FFFFFF">
                  <a:lumMod val="65000"/>
                </a:srgbClr>
              </a:solidFill>
              <a:latin typeface="华文黑体_易方达" panose="02010600040101010101" pitchFamily="2" charset="-122"/>
              <a:ea typeface="华文黑体_易方达" panose="02010600040101010101" pitchFamily="2" charset="-122"/>
            </a:endParaRPr>
          </a:p>
          <a:p>
            <a:endParaRPr lang="en-US" altLang="zh-CN" sz="900" dirty="0" smtClean="0">
              <a:solidFill>
                <a:srgbClr val="FFFFFF">
                  <a:lumMod val="65000"/>
                </a:srgbClr>
              </a:solidFill>
              <a:latin typeface="华文黑体_易方达" panose="02010600040101010101" pitchFamily="2" charset="-122"/>
              <a:ea typeface="华文黑体_易方达" panose="02010600040101010101" pitchFamily="2" charset="-122"/>
            </a:endParaRPr>
          </a:p>
          <a:p>
            <a:endParaRPr lang="en-US" altLang="zh-CN" sz="900" dirty="0" smtClean="0">
              <a:solidFill>
                <a:srgbClr val="FFFFFF">
                  <a:lumMod val="65000"/>
                </a:srgbClr>
              </a:solidFill>
              <a:latin typeface="华文黑体_易方达" panose="02010600040101010101" pitchFamily="2" charset="-122"/>
              <a:ea typeface="华文黑体_易方达" panose="02010600040101010101" pitchFamily="2" charset="-122"/>
            </a:endParaRPr>
          </a:p>
          <a:p>
            <a:endParaRPr lang="en-US" altLang="zh-CN" sz="900" dirty="0" smtClean="0">
              <a:solidFill>
                <a:srgbClr val="FFFFFF">
                  <a:lumMod val="65000"/>
                </a:srgbClr>
              </a:solidFill>
              <a:latin typeface="华文黑体_易方达" panose="02010600040101010101" pitchFamily="2" charset="-122"/>
              <a:ea typeface="华文黑体_易方达" panose="02010600040101010101" pitchFamily="2" charset="-122"/>
            </a:endParaRPr>
          </a:p>
          <a:p>
            <a:endParaRPr lang="en-US" altLang="zh-CN" sz="900" dirty="0" smtClean="0">
              <a:solidFill>
                <a:srgbClr val="FFFFFF">
                  <a:lumMod val="65000"/>
                </a:srgbClr>
              </a:solidFill>
              <a:latin typeface="华文黑体_易方达" panose="02010600040101010101" pitchFamily="2" charset="-122"/>
              <a:ea typeface="华文黑体_易方达" panose="02010600040101010101" pitchFamily="2" charset="-122"/>
            </a:endParaRPr>
          </a:p>
          <a:p>
            <a:endParaRPr lang="en-US" altLang="zh-CN" sz="900" dirty="0" smtClean="0">
              <a:solidFill>
                <a:srgbClr val="FFFFFF">
                  <a:lumMod val="65000"/>
                </a:srgbClr>
              </a:solidFill>
              <a:latin typeface="华文黑体_易方达" panose="02010600040101010101" pitchFamily="2" charset="-122"/>
              <a:ea typeface="华文黑体_易方达" panose="02010600040101010101" pitchFamily="2" charset="-122"/>
            </a:endParaRPr>
          </a:p>
          <a:p>
            <a:r>
              <a:rPr lang="zh-CN" altLang="en-US" sz="900" dirty="0" smtClean="0">
                <a:solidFill>
                  <a:srgbClr val="FFFFFF">
                    <a:lumMod val="65000"/>
                  </a:srgbClr>
                </a:solidFill>
                <a:latin typeface="华文黑体_易方达" panose="02010600040101010101" pitchFamily="2" charset="-122"/>
                <a:ea typeface="华文黑体_易方达" panose="02010600040101010101" pitchFamily="2" charset="-122"/>
              </a:rPr>
              <a:t>2. 内文一级标题：</a:t>
            </a:r>
            <a:r>
              <a:rPr lang="en-US" altLang="zh-CN" sz="900" dirty="0" smtClean="0">
                <a:solidFill>
                  <a:srgbClr val="FFFFFF">
                    <a:lumMod val="65000"/>
                  </a:srgbClr>
                </a:solidFill>
                <a:latin typeface="华文黑体_易方达" panose="02010600040101010101" pitchFamily="2" charset="-122"/>
                <a:ea typeface="华文黑体_易方达" panose="02010600040101010101" pitchFamily="2" charset="-122"/>
              </a:rPr>
              <a:t>Arial</a:t>
            </a:r>
            <a:r>
              <a:rPr lang="zh-CN" altLang="en-US" sz="900" dirty="0" smtClean="0">
                <a:solidFill>
                  <a:srgbClr val="FFFFFF">
                    <a:lumMod val="65000"/>
                  </a:srgbClr>
                </a:solidFill>
                <a:latin typeface="华文黑体_易方达" panose="02010600040101010101" pitchFamily="2" charset="-122"/>
                <a:ea typeface="华文黑体_易方达" panose="02010600040101010101" pitchFamily="2" charset="-122"/>
              </a:rPr>
              <a:t>，15号，加粗，深蓝（R0，G80，B150） </a:t>
            </a:r>
            <a:endParaRPr lang="en-US" altLang="zh-CN" sz="900" dirty="0" smtClean="0">
              <a:solidFill>
                <a:srgbClr val="FFFFFF">
                  <a:lumMod val="65000"/>
                </a:srgbClr>
              </a:solidFill>
              <a:latin typeface="华文黑体_易方达" panose="02010600040101010101" pitchFamily="2" charset="-122"/>
              <a:ea typeface="华文黑体_易方达" panose="02010600040101010101" pitchFamily="2" charset="-122"/>
            </a:endParaRPr>
          </a:p>
          <a:p>
            <a:endParaRPr lang="en-US" altLang="zh-CN" sz="900" dirty="0" smtClean="0">
              <a:solidFill>
                <a:srgbClr val="FFFFFF">
                  <a:lumMod val="65000"/>
                </a:srgbClr>
              </a:solidFill>
              <a:latin typeface="华文黑体_易方达" panose="02010600040101010101" pitchFamily="2" charset="-122"/>
              <a:ea typeface="华文黑体_易方达" panose="02010600040101010101" pitchFamily="2" charset="-122"/>
            </a:endParaRPr>
          </a:p>
          <a:p>
            <a:r>
              <a:rPr lang="zh-CN" altLang="en-US" sz="900" dirty="0" smtClean="0">
                <a:solidFill>
                  <a:srgbClr val="FFFFFF">
                    <a:lumMod val="65000"/>
                  </a:srgbClr>
                </a:solidFill>
                <a:latin typeface="华文黑体_易方达" panose="02010600040101010101" pitchFamily="2" charset="-122"/>
                <a:ea typeface="华文黑体_易方达" panose="02010600040101010101" pitchFamily="2" charset="-122"/>
              </a:rPr>
              <a:t>3. 内文一级文字：</a:t>
            </a:r>
            <a:r>
              <a:rPr lang="en-US" altLang="zh-CN" sz="900" dirty="0" smtClean="0">
                <a:solidFill>
                  <a:srgbClr val="FFFFFF">
                    <a:lumMod val="65000"/>
                  </a:srgbClr>
                </a:solidFill>
                <a:latin typeface="华文黑体_易方达" panose="02010600040101010101" pitchFamily="2" charset="-122"/>
                <a:ea typeface="华文黑体_易方达" panose="02010600040101010101" pitchFamily="2" charset="-122"/>
              </a:rPr>
              <a:t>Arial</a:t>
            </a:r>
            <a:r>
              <a:rPr lang="zh-CN" altLang="en-US" sz="900" dirty="0" smtClean="0">
                <a:solidFill>
                  <a:srgbClr val="FFFFFF">
                    <a:lumMod val="65000"/>
                  </a:srgbClr>
                </a:solidFill>
                <a:latin typeface="华文黑体_易方达" panose="02010600040101010101" pitchFamily="2" charset="-122"/>
                <a:ea typeface="华文黑体_易方达" panose="02010600040101010101" pitchFamily="2" charset="-122"/>
              </a:rPr>
              <a:t>，12号，灰色（R60，G60，B60）</a:t>
            </a:r>
            <a:endParaRPr lang="en-US" altLang="zh-CN" sz="900" dirty="0" smtClean="0">
              <a:solidFill>
                <a:srgbClr val="FFFFFF">
                  <a:lumMod val="65000"/>
                </a:srgbClr>
              </a:solidFill>
              <a:latin typeface="华文黑体_易方达" panose="02010600040101010101" pitchFamily="2" charset="-122"/>
              <a:ea typeface="华文黑体_易方达" panose="02010600040101010101" pitchFamily="2" charset="-122"/>
            </a:endParaRPr>
          </a:p>
          <a:p>
            <a:endParaRPr lang="en-US" altLang="zh-CN" sz="900" dirty="0" smtClean="0">
              <a:solidFill>
                <a:srgbClr val="FFFFFF">
                  <a:lumMod val="65000"/>
                </a:srgbClr>
              </a:solidFill>
              <a:latin typeface="华文黑体_易方达" panose="02010600040101010101" pitchFamily="2" charset="-122"/>
              <a:ea typeface="华文黑体_易方达" panose="02010600040101010101" pitchFamily="2" charset="-122"/>
            </a:endParaRPr>
          </a:p>
          <a:p>
            <a:r>
              <a:rPr lang="zh-CN" altLang="en-US" sz="900" dirty="0" smtClean="0">
                <a:solidFill>
                  <a:srgbClr val="FFFFFF">
                    <a:lumMod val="65000"/>
                  </a:srgbClr>
                </a:solidFill>
                <a:latin typeface="华文黑体_易方达" panose="02010600040101010101" pitchFamily="2" charset="-122"/>
                <a:ea typeface="华文黑体_易方达" panose="02010600040101010101" pitchFamily="2" charset="-122"/>
              </a:rPr>
              <a:t> 4. 内文二级标题：</a:t>
            </a:r>
            <a:r>
              <a:rPr lang="en-US" altLang="zh-CN" sz="900" dirty="0" smtClean="0">
                <a:solidFill>
                  <a:srgbClr val="FFFFFF">
                    <a:lumMod val="65000"/>
                  </a:srgbClr>
                </a:solidFill>
                <a:latin typeface="华文黑体_易方达" panose="02010600040101010101" pitchFamily="2" charset="-122"/>
                <a:ea typeface="华文黑体_易方达" panose="02010600040101010101" pitchFamily="2" charset="-122"/>
              </a:rPr>
              <a:t>Arial</a:t>
            </a:r>
            <a:r>
              <a:rPr lang="zh-CN" altLang="en-US" sz="900" dirty="0" smtClean="0">
                <a:solidFill>
                  <a:srgbClr val="FFFFFF">
                    <a:lumMod val="65000"/>
                  </a:srgbClr>
                </a:solidFill>
                <a:latin typeface="华文黑体_易方达" panose="02010600040101010101" pitchFamily="2" charset="-122"/>
                <a:ea typeface="华文黑体_易方达" panose="02010600040101010101" pitchFamily="2" charset="-122"/>
              </a:rPr>
              <a:t>，12号，加粗，深蓝（R0，G80，B150） </a:t>
            </a:r>
            <a:endParaRPr lang="en-US" altLang="zh-CN" sz="900" dirty="0" smtClean="0">
              <a:solidFill>
                <a:srgbClr val="FFFFFF">
                  <a:lumMod val="65000"/>
                </a:srgbClr>
              </a:solidFill>
              <a:latin typeface="华文黑体_易方达" panose="02010600040101010101" pitchFamily="2" charset="-122"/>
              <a:ea typeface="华文黑体_易方达" panose="02010600040101010101" pitchFamily="2" charset="-122"/>
            </a:endParaRPr>
          </a:p>
          <a:p>
            <a:endParaRPr lang="en-US" altLang="zh-CN" sz="900" dirty="0" smtClean="0">
              <a:solidFill>
                <a:srgbClr val="FFFFFF">
                  <a:lumMod val="65000"/>
                </a:srgbClr>
              </a:solidFill>
              <a:latin typeface="华文黑体_易方达" panose="02010600040101010101" pitchFamily="2" charset="-122"/>
              <a:ea typeface="华文黑体_易方达" panose="02010600040101010101" pitchFamily="2" charset="-122"/>
            </a:endParaRPr>
          </a:p>
          <a:p>
            <a:r>
              <a:rPr lang="zh-CN" altLang="en-US" sz="900" dirty="0" smtClean="0">
                <a:solidFill>
                  <a:srgbClr val="FFFFFF">
                    <a:lumMod val="65000"/>
                  </a:srgbClr>
                </a:solidFill>
                <a:latin typeface="华文黑体_易方达" panose="02010600040101010101" pitchFamily="2" charset="-122"/>
                <a:ea typeface="华文黑体_易方达" panose="02010600040101010101" pitchFamily="2" charset="-122"/>
              </a:rPr>
              <a:t>5. 内文二级文字：</a:t>
            </a:r>
            <a:r>
              <a:rPr lang="en-US" altLang="zh-CN" sz="900" dirty="0" smtClean="0">
                <a:solidFill>
                  <a:srgbClr val="FFFFFF">
                    <a:lumMod val="65000"/>
                  </a:srgbClr>
                </a:solidFill>
                <a:latin typeface="华文黑体_易方达" panose="02010600040101010101" pitchFamily="2" charset="-122"/>
                <a:ea typeface="华文黑体_易方达" panose="02010600040101010101" pitchFamily="2" charset="-122"/>
              </a:rPr>
              <a:t>Arial</a:t>
            </a:r>
            <a:r>
              <a:rPr lang="zh-CN" altLang="en-US" sz="900" dirty="0" smtClean="0">
                <a:solidFill>
                  <a:srgbClr val="FFFFFF">
                    <a:lumMod val="65000"/>
                  </a:srgbClr>
                </a:solidFill>
                <a:latin typeface="华文黑体_易方达" panose="02010600040101010101" pitchFamily="2" charset="-122"/>
                <a:ea typeface="华文黑体_易方达" panose="02010600040101010101" pitchFamily="2" charset="-122"/>
              </a:rPr>
              <a:t>，10号，灰色（R60，G60，B60） </a:t>
            </a:r>
            <a:endParaRPr lang="en-US" altLang="zh-CN" sz="900" dirty="0" smtClean="0">
              <a:solidFill>
                <a:srgbClr val="FFFFFF">
                  <a:lumMod val="65000"/>
                </a:srgbClr>
              </a:solidFill>
              <a:latin typeface="华文黑体_易方达" panose="02010600040101010101" pitchFamily="2" charset="-122"/>
              <a:ea typeface="华文黑体_易方达" panose="02010600040101010101" pitchFamily="2" charset="-122"/>
            </a:endParaRPr>
          </a:p>
          <a:p>
            <a:endParaRPr lang="en-US" altLang="zh-CN" sz="900" dirty="0" smtClean="0">
              <a:solidFill>
                <a:srgbClr val="FFFFFF">
                  <a:lumMod val="65000"/>
                </a:srgbClr>
              </a:solidFill>
              <a:latin typeface="华文黑体_易方达" panose="02010600040101010101" pitchFamily="2" charset="-122"/>
              <a:ea typeface="华文黑体_易方达" panose="02010600040101010101" pitchFamily="2" charset="-122"/>
            </a:endParaRPr>
          </a:p>
          <a:p>
            <a:r>
              <a:rPr lang="zh-CN" altLang="en-US" sz="900" dirty="0" smtClean="0">
                <a:solidFill>
                  <a:srgbClr val="FFFFFF">
                    <a:lumMod val="65000"/>
                  </a:srgbClr>
                </a:solidFill>
                <a:latin typeface="华文黑体_易方达" panose="02010600040101010101" pitchFamily="2" charset="-122"/>
                <a:ea typeface="华文黑体_易方达" panose="02010600040101010101" pitchFamily="2" charset="-122"/>
              </a:rPr>
              <a:t>6. 文字内容项目符号统一使用黑色小圆点，100%字高</a:t>
            </a:r>
            <a:endParaRPr lang="en-US" altLang="zh-CN" sz="900" dirty="0" smtClean="0">
              <a:solidFill>
                <a:srgbClr val="FFFFFF">
                  <a:lumMod val="65000"/>
                </a:srgbClr>
              </a:solidFill>
              <a:latin typeface="华文黑体_易方达" panose="02010600040101010101" pitchFamily="2" charset="-122"/>
              <a:ea typeface="华文黑体_易方达" panose="02010600040101010101" pitchFamily="2" charset="-122"/>
            </a:endParaRPr>
          </a:p>
          <a:p>
            <a:endParaRPr lang="en-US" altLang="zh-CN" sz="900" dirty="0" smtClean="0">
              <a:solidFill>
                <a:srgbClr val="FFFFFF">
                  <a:lumMod val="65000"/>
                </a:srgbClr>
              </a:solidFill>
              <a:latin typeface="华文黑体_易方达" panose="02010600040101010101" pitchFamily="2" charset="-122"/>
              <a:ea typeface="华文黑体_易方达" panose="02010600040101010101" pitchFamily="2" charset="-122"/>
            </a:endParaRPr>
          </a:p>
          <a:p>
            <a:r>
              <a:rPr lang="zh-CN" altLang="en-US" sz="900" dirty="0" smtClean="0">
                <a:solidFill>
                  <a:srgbClr val="FFFFFF">
                    <a:lumMod val="65000"/>
                  </a:srgbClr>
                </a:solidFill>
                <a:latin typeface="华文黑体_易方达" panose="02010600040101010101" pitchFamily="2" charset="-122"/>
                <a:ea typeface="华文黑体_易方达" panose="02010600040101010101" pitchFamily="2" charset="-122"/>
              </a:rPr>
              <a:t>所有备注为</a:t>
            </a:r>
            <a:r>
              <a:rPr lang="en-US" altLang="zh-CN" sz="900" dirty="0" smtClean="0">
                <a:solidFill>
                  <a:srgbClr val="FFFFFF">
                    <a:lumMod val="65000"/>
                  </a:srgbClr>
                </a:solidFill>
                <a:latin typeface="华文黑体_易方达" panose="02010600040101010101" pitchFamily="2" charset="-122"/>
                <a:ea typeface="华文黑体_易方达" panose="02010600040101010101" pitchFamily="2" charset="-122"/>
              </a:rPr>
              <a:t>Arial</a:t>
            </a:r>
            <a:r>
              <a:rPr lang="zh-CN" altLang="en-US" sz="900" dirty="0" smtClean="0">
                <a:solidFill>
                  <a:srgbClr val="FFFFFF">
                    <a:lumMod val="65000"/>
                  </a:srgbClr>
                </a:solidFill>
                <a:latin typeface="华文黑体_易方达" panose="02010600040101010101" pitchFamily="2" charset="-122"/>
                <a:ea typeface="华文黑体_易方达" panose="02010600040101010101" pitchFamily="2" charset="-122"/>
              </a:rPr>
              <a:t>，</a:t>
            </a:r>
            <a:r>
              <a:rPr lang="en-US" altLang="zh-CN" sz="900" dirty="0" smtClean="0">
                <a:solidFill>
                  <a:srgbClr val="FFFFFF">
                    <a:lumMod val="65000"/>
                  </a:srgbClr>
                </a:solidFill>
                <a:latin typeface="华文黑体_易方达" panose="02010600040101010101" pitchFamily="2" charset="-122"/>
                <a:ea typeface="华文黑体_易方达" panose="02010600040101010101" pitchFamily="2" charset="-122"/>
              </a:rPr>
              <a:t>7</a:t>
            </a:r>
            <a:r>
              <a:rPr lang="zh-CN" altLang="en-US" sz="900" dirty="0" smtClean="0">
                <a:solidFill>
                  <a:srgbClr val="FFFFFF">
                    <a:lumMod val="65000"/>
                  </a:srgbClr>
                </a:solidFill>
                <a:latin typeface="华文黑体_易方达" panose="02010600040101010101" pitchFamily="2" charset="-122"/>
                <a:ea typeface="华文黑体_易方达" panose="02010600040101010101" pitchFamily="2" charset="-122"/>
              </a:rPr>
              <a:t>号，灰色（</a:t>
            </a:r>
            <a:r>
              <a:rPr lang="en-US" altLang="zh-CN" sz="900" dirty="0" smtClean="0">
                <a:solidFill>
                  <a:srgbClr val="FFFFFF">
                    <a:lumMod val="65000"/>
                  </a:srgbClr>
                </a:solidFill>
                <a:latin typeface="华文黑体_易方达" panose="02010600040101010101" pitchFamily="2" charset="-122"/>
                <a:ea typeface="华文黑体_易方达" panose="02010600040101010101" pitchFamily="2" charset="-122"/>
              </a:rPr>
              <a:t>R60</a:t>
            </a:r>
            <a:r>
              <a:rPr lang="zh-CN" altLang="en-US" sz="900" dirty="0" smtClean="0">
                <a:solidFill>
                  <a:srgbClr val="FFFFFF">
                    <a:lumMod val="65000"/>
                  </a:srgbClr>
                </a:solidFill>
                <a:latin typeface="华文黑体_易方达" panose="02010600040101010101" pitchFamily="2" charset="-122"/>
                <a:ea typeface="华文黑体_易方达" panose="02010600040101010101" pitchFamily="2" charset="-122"/>
              </a:rPr>
              <a:t>，</a:t>
            </a:r>
            <a:r>
              <a:rPr lang="en-US" altLang="zh-CN" sz="900" dirty="0" smtClean="0">
                <a:solidFill>
                  <a:srgbClr val="FFFFFF">
                    <a:lumMod val="65000"/>
                  </a:srgbClr>
                </a:solidFill>
                <a:latin typeface="华文黑体_易方达" panose="02010600040101010101" pitchFamily="2" charset="-122"/>
                <a:ea typeface="华文黑体_易方达" panose="02010600040101010101" pitchFamily="2" charset="-122"/>
              </a:rPr>
              <a:t>G60</a:t>
            </a:r>
            <a:r>
              <a:rPr lang="zh-CN" altLang="en-US" sz="900" dirty="0" smtClean="0">
                <a:solidFill>
                  <a:srgbClr val="FFFFFF">
                    <a:lumMod val="65000"/>
                  </a:srgbClr>
                </a:solidFill>
                <a:latin typeface="华文黑体_易方达" panose="02010600040101010101" pitchFamily="2" charset="-122"/>
                <a:ea typeface="华文黑体_易方达" panose="02010600040101010101" pitchFamily="2" charset="-122"/>
              </a:rPr>
              <a:t>，</a:t>
            </a:r>
            <a:r>
              <a:rPr lang="en-US" altLang="zh-CN" sz="900" dirty="0" smtClean="0">
                <a:solidFill>
                  <a:srgbClr val="FFFFFF">
                    <a:lumMod val="65000"/>
                  </a:srgbClr>
                </a:solidFill>
                <a:latin typeface="华文黑体_易方达" panose="02010600040101010101" pitchFamily="2" charset="-122"/>
                <a:ea typeface="华文黑体_易方达" panose="02010600040101010101" pitchFamily="2" charset="-122"/>
              </a:rPr>
              <a:t>B60</a:t>
            </a:r>
            <a:r>
              <a:rPr lang="zh-CN" altLang="en-US" sz="900" dirty="0" smtClean="0">
                <a:solidFill>
                  <a:srgbClr val="FFFFFF">
                    <a:lumMod val="65000"/>
                  </a:srgbClr>
                </a:solidFill>
                <a:latin typeface="华文黑体_易方达" panose="02010600040101010101" pitchFamily="2" charset="-122"/>
                <a:ea typeface="华文黑体_易方达" panose="02010600040101010101" pitchFamily="2" charset="-122"/>
              </a:rPr>
              <a:t>）</a:t>
            </a:r>
          </a:p>
        </p:txBody>
      </p:sp>
      <p:pic>
        <p:nvPicPr>
          <p:cNvPr id="12" name="图片 11"/>
          <p:cNvPicPr>
            <a:picLocks noChangeAspect="1"/>
          </p:cNvPicPr>
          <p:nvPr userDrawn="1"/>
        </p:nvPicPr>
        <p:blipFill>
          <a:blip r:embed="rId4">
            <a:extLst>
              <a:ext uri="{28A0092B-C50C-407E-A947-70E740481C1C}">
                <a14:useLocalDpi xmlns:a14="http://schemas.microsoft.com/office/drawing/2010/main" val="0"/>
              </a:ext>
            </a:extLst>
          </a:blip>
          <a:stretch>
            <a:fillRect/>
          </a:stretch>
        </p:blipFill>
        <p:spPr>
          <a:xfrm>
            <a:off x="7299995" y="81588"/>
            <a:ext cx="1480616" cy="629304"/>
          </a:xfrm>
          <a:prstGeom prst="rect">
            <a:avLst/>
          </a:prstGeom>
        </p:spPr>
      </p:pic>
      <p:sp>
        <p:nvSpPr>
          <p:cNvPr id="13" name="文本框 12"/>
          <p:cNvSpPr txBox="1"/>
          <p:nvPr userDrawn="1"/>
        </p:nvSpPr>
        <p:spPr>
          <a:xfrm>
            <a:off x="3974707" y="4770358"/>
            <a:ext cx="2576919" cy="215444"/>
          </a:xfrm>
          <a:prstGeom prst="rect">
            <a:avLst/>
          </a:prstGeom>
          <a:noFill/>
        </p:spPr>
        <p:txBody>
          <a:bodyPr wrap="square" rtlCol="0">
            <a:spAutoFit/>
          </a:bodyPr>
          <a:lstStyle/>
          <a:p>
            <a:r>
              <a:rPr lang="en-US" altLang="zh-CN" sz="800" dirty="0" smtClean="0">
                <a:solidFill>
                  <a:srgbClr val="3C3C3C"/>
                </a:solidFill>
                <a:latin typeface="Arial" panose="020B0604020202020204" pitchFamily="34" charset="0"/>
                <a:ea typeface="华文黑体_易方达" panose="02010600040101010101" pitchFamily="2" charset="-122"/>
                <a:cs typeface="Arial" panose="020B0604020202020204" pitchFamily="34" charset="0"/>
              </a:rPr>
              <a:t>For Internal Use Only</a:t>
            </a:r>
            <a:endParaRPr lang="zh-CN" altLang="en-US" sz="800" dirty="0" smtClean="0">
              <a:solidFill>
                <a:srgbClr val="3C3C3C"/>
              </a:solidFill>
              <a:latin typeface="Arial" panose="020B0604020202020204" pitchFamily="34" charset="0"/>
              <a:ea typeface="华文黑体_易方达" panose="02010600040101010101" pitchFamily="2" charset="-122"/>
              <a:cs typeface="Arial" panose="020B0604020202020204" pitchFamily="34" charset="0"/>
            </a:endParaRPr>
          </a:p>
        </p:txBody>
      </p:sp>
    </p:spTree>
    <p:extLst>
      <p:ext uri="{BB962C8B-B14F-4D97-AF65-F5344CB8AC3E}">
        <p14:creationId xmlns:p14="http://schemas.microsoft.com/office/powerpoint/2010/main" val="986062196"/>
      </p:ext>
    </p:extLst>
  </p:cSld>
  <p:clrMapOvr>
    <a:masterClrMapping/>
  </p:clrMapOvr>
  <p:timing>
    <p:tnLst>
      <p:par>
        <p:cTn id="1" dur="indefinite" restart="never" nodeType="tmRoot"/>
      </p:par>
    </p:tnLst>
  </p:timing>
</p:sldLayout>
</file>

<file path=ppt/slideLayouts/slideLayout18.xml><?xml version="1.0" encoding="utf-8"?>
<p:sldLayout xmlns:a="http://schemas.openxmlformats.org/drawingml/2006/main" xmlns:r="http://schemas.openxmlformats.org/officeDocument/2006/relationships" xmlns:p="http://schemas.openxmlformats.org/presentationml/2006/main" preserve="1" userDrawn="1">
  <p:cSld name="2_图形内容1">
    <p:spTree>
      <p:nvGrpSpPr>
        <p:cNvPr id="1" name=""/>
        <p:cNvGrpSpPr/>
        <p:nvPr/>
      </p:nvGrpSpPr>
      <p:grpSpPr>
        <a:xfrm>
          <a:off x="0" y="0"/>
          <a:ext cx="0" cy="0"/>
          <a:chOff x="0" y="0"/>
          <a:chExt cx="0" cy="0"/>
        </a:xfrm>
      </p:grpSpPr>
      <p:pic>
        <p:nvPicPr>
          <p:cNvPr id="9" name="Picture 8" descr="Bar_1.png"/>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0" y="0"/>
            <a:ext cx="9144000" cy="792480"/>
          </a:xfrm>
          <a:prstGeom prst="rect">
            <a:avLst/>
          </a:prstGeom>
        </p:spPr>
      </p:pic>
      <p:sp>
        <p:nvSpPr>
          <p:cNvPr id="14" name="Rectangle 21"/>
          <p:cNvSpPr>
            <a:spLocks noGrp="1" noChangeArrowheads="1"/>
          </p:cNvSpPr>
          <p:nvPr>
            <p:ph type="title" hasCustomPrompt="1"/>
          </p:nvPr>
        </p:nvSpPr>
        <p:spPr bwMode="auto">
          <a:xfrm>
            <a:off x="363151" y="211632"/>
            <a:ext cx="6230154" cy="268047"/>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 uri="{FAA26D3D-D897-4be2-8F04-BA451C77F1D7}">
              <ma14:placeholderFlag xmlns="" xmlns:ma14="http://schemas.microsoft.com/office/mac/drawingml/2011/main" val="1"/>
            </a:ext>
          </a:extLst>
        </p:spPr>
        <p:txBody>
          <a:bodyPr vert="horz" wrap="square" lIns="0" tIns="0" rIns="0" bIns="45720" numCol="1" anchor="t" anchorCtr="0" compatLnSpc="1">
            <a:prstTxWarp prst="textNoShape">
              <a:avLst/>
            </a:prstTxWarp>
          </a:bodyPr>
          <a:lstStyle>
            <a:lvl1pPr marL="0" marR="0" indent="0" algn="l" defTabSz="914400" rtl="0" eaLnBrk="1" fontAlgn="base" latinLnBrk="0" hangingPunct="1">
              <a:lnSpc>
                <a:spcPct val="100000"/>
              </a:lnSpc>
              <a:spcBef>
                <a:spcPct val="0"/>
              </a:spcBef>
              <a:spcAft>
                <a:spcPct val="0"/>
              </a:spcAft>
              <a:buClrTx/>
              <a:buSzTx/>
              <a:buFontTx/>
              <a:buNone/>
              <a:tabLst/>
              <a:defRPr sz="2300" b="1">
                <a:solidFill>
                  <a:schemeClr val="bg1"/>
                </a:solidFill>
                <a:latin typeface="+mn-lt"/>
                <a:ea typeface="华文黑体_易方达" panose="02010600040101010101" pitchFamily="2" charset="-122"/>
              </a:defRPr>
            </a:lvl1pPr>
          </a:lstStyle>
          <a:p>
            <a:pPr lvl="0"/>
            <a:r>
              <a:rPr lang="en-US" altLang="zh-CN" dirty="0" smtClean="0"/>
              <a:t>Click  to add title</a:t>
            </a:r>
            <a:endParaRPr lang="en-US" dirty="0" smtClean="0"/>
          </a:p>
        </p:txBody>
      </p:sp>
      <p:sp>
        <p:nvSpPr>
          <p:cNvPr id="15" name="Rectangle 22"/>
          <p:cNvSpPr>
            <a:spLocks noGrp="1" noChangeAspect="1" noChangeArrowheads="1"/>
          </p:cNvSpPr>
          <p:nvPr>
            <p:ph idx="10" hasCustomPrompt="1"/>
          </p:nvPr>
        </p:nvSpPr>
        <p:spPr bwMode="auto">
          <a:xfrm>
            <a:off x="360363" y="1296527"/>
            <a:ext cx="4465637" cy="2479218"/>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 uri="{FAA26D3D-D897-4be2-8F04-BA451C77F1D7}">
              <ma14:placeholderFlag xmlns="" xmlns:ma14="http://schemas.microsoft.com/office/mac/drawingml/2011/main" val="1"/>
            </a:ext>
          </a:extLst>
        </p:spPr>
        <p:txBody>
          <a:bodyPr vert="horz" wrap="square" lIns="0" tIns="0" rIns="0" bIns="0" numCol="1" anchor="t" anchorCtr="0" compatLnSpc="1">
            <a:prstTxWarp prst="textNoShape">
              <a:avLst/>
            </a:prstTxWarp>
          </a:bodyPr>
          <a:lstStyle>
            <a:lvl1pPr marL="0" marR="0" indent="0" algn="l" defTabSz="914400" rtl="0" eaLnBrk="1" fontAlgn="base" latinLnBrk="0" hangingPunct="1">
              <a:lnSpc>
                <a:spcPts val="1800"/>
              </a:lnSpc>
              <a:spcBef>
                <a:spcPts val="0"/>
              </a:spcBef>
              <a:spcAft>
                <a:spcPct val="0"/>
              </a:spcAft>
              <a:buClrTx/>
              <a:buSzTx/>
              <a:buFontTx/>
              <a:buNone/>
              <a:tabLst/>
              <a:defRPr sz="1500" b="0" baseline="0">
                <a:solidFill>
                  <a:srgbClr val="005096"/>
                </a:solidFill>
                <a:latin typeface="+mn-lt"/>
                <a:ea typeface="华文黑体_易方达" panose="02010600040101010101" pitchFamily="2" charset="-122"/>
              </a:defRPr>
            </a:lvl1pPr>
            <a:lvl2pPr algn="l">
              <a:lnSpc>
                <a:spcPts val="2400"/>
              </a:lnSpc>
              <a:buFontTx/>
              <a:buNone/>
              <a:defRPr sz="1500" baseline="0">
                <a:solidFill>
                  <a:schemeClr val="bg1"/>
                </a:solidFill>
                <a:latin typeface="Arial"/>
              </a:defRPr>
            </a:lvl2pPr>
            <a:lvl3pPr>
              <a:buFontTx/>
              <a:buNone/>
              <a:defRPr/>
            </a:lvl3pPr>
            <a:lvl4pPr>
              <a:buFontTx/>
              <a:buNone/>
              <a:defRPr/>
            </a:lvl4pPr>
            <a:lvl5pPr>
              <a:buFontTx/>
              <a:buNone/>
              <a:defRPr/>
            </a:lvl5pPr>
          </a:lstStyle>
          <a:p>
            <a:pPr lvl="0"/>
            <a:r>
              <a:rPr lang="en-US" altLang="zh-CN" dirty="0" smtClean="0"/>
              <a:t>Click  to add title</a:t>
            </a:r>
            <a:endParaRPr lang="en-US" dirty="0" smtClean="0"/>
          </a:p>
        </p:txBody>
      </p:sp>
      <p:sp>
        <p:nvSpPr>
          <p:cNvPr id="17" name="Slide Number Placeholder 5"/>
          <p:cNvSpPr txBox="1">
            <a:spLocks/>
          </p:cNvSpPr>
          <p:nvPr userDrawn="1"/>
        </p:nvSpPr>
        <p:spPr bwMode="auto">
          <a:xfrm>
            <a:off x="8359020" y="4791886"/>
            <a:ext cx="448205" cy="141816"/>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lIns="0" tIns="0" rIns="0" bIns="0"/>
          <a:lstStyle>
            <a:lvl1pPr eaLnBrk="0" hangingPunct="0">
              <a:defRPr sz="2400">
                <a:solidFill>
                  <a:schemeClr val="tx1"/>
                </a:solidFill>
                <a:latin typeface="Arial" charset="0"/>
                <a:ea typeface="ＭＳ Ｐゴシック" charset="0"/>
                <a:cs typeface="ＭＳ Ｐゴシック" charset="0"/>
              </a:defRPr>
            </a:lvl1pPr>
            <a:lvl2pPr marL="742950" indent="-285750" eaLnBrk="0" hangingPunct="0">
              <a:defRPr sz="2400">
                <a:solidFill>
                  <a:schemeClr val="tx1"/>
                </a:solidFill>
                <a:latin typeface="Arial" charset="0"/>
                <a:ea typeface="ＭＳ Ｐゴシック" charset="0"/>
              </a:defRPr>
            </a:lvl2pPr>
            <a:lvl3pPr marL="1143000" indent="-228600" eaLnBrk="0" hangingPunct="0">
              <a:defRPr sz="2400">
                <a:solidFill>
                  <a:schemeClr val="tx1"/>
                </a:solidFill>
                <a:latin typeface="Arial" charset="0"/>
                <a:ea typeface="ＭＳ Ｐゴシック" charset="0"/>
              </a:defRPr>
            </a:lvl3pPr>
            <a:lvl4pPr marL="1600200" indent="-228600" eaLnBrk="0" hangingPunct="0">
              <a:defRPr sz="2400">
                <a:solidFill>
                  <a:schemeClr val="tx1"/>
                </a:solidFill>
                <a:latin typeface="Arial" charset="0"/>
                <a:ea typeface="ＭＳ Ｐゴシック" charset="0"/>
              </a:defRPr>
            </a:lvl4pPr>
            <a:lvl5pPr marL="2057400" indent="-228600" eaLnBrk="0" hangingPunct="0">
              <a:defRPr sz="2400">
                <a:solidFill>
                  <a:schemeClr val="tx1"/>
                </a:solidFill>
                <a:latin typeface="Arial" charset="0"/>
                <a:ea typeface="ＭＳ Ｐゴシック" charset="0"/>
              </a:defRPr>
            </a:lvl5pPr>
            <a:lvl6pPr marL="2514600" indent="-228600" eaLnBrk="0" fontAlgn="base" hangingPunct="0">
              <a:spcBef>
                <a:spcPct val="0"/>
              </a:spcBef>
              <a:spcAft>
                <a:spcPct val="0"/>
              </a:spcAft>
              <a:defRPr sz="2400">
                <a:solidFill>
                  <a:schemeClr val="tx1"/>
                </a:solidFill>
                <a:latin typeface="Arial" charset="0"/>
                <a:ea typeface="ＭＳ Ｐゴシック" charset="0"/>
              </a:defRPr>
            </a:lvl6pPr>
            <a:lvl7pPr marL="2971800" indent="-228600" eaLnBrk="0" fontAlgn="base" hangingPunct="0">
              <a:spcBef>
                <a:spcPct val="0"/>
              </a:spcBef>
              <a:spcAft>
                <a:spcPct val="0"/>
              </a:spcAft>
              <a:defRPr sz="2400">
                <a:solidFill>
                  <a:schemeClr val="tx1"/>
                </a:solidFill>
                <a:latin typeface="Arial" charset="0"/>
                <a:ea typeface="ＭＳ Ｐゴシック" charset="0"/>
              </a:defRPr>
            </a:lvl7pPr>
            <a:lvl8pPr marL="3429000" indent="-228600" eaLnBrk="0" fontAlgn="base" hangingPunct="0">
              <a:spcBef>
                <a:spcPct val="0"/>
              </a:spcBef>
              <a:spcAft>
                <a:spcPct val="0"/>
              </a:spcAft>
              <a:defRPr sz="2400">
                <a:solidFill>
                  <a:schemeClr val="tx1"/>
                </a:solidFill>
                <a:latin typeface="Arial" charset="0"/>
                <a:ea typeface="ＭＳ Ｐゴシック" charset="0"/>
              </a:defRPr>
            </a:lvl8pPr>
            <a:lvl9pPr marL="3886200" indent="-228600" eaLnBrk="0" fontAlgn="base" hangingPunct="0">
              <a:spcBef>
                <a:spcPct val="0"/>
              </a:spcBef>
              <a:spcAft>
                <a:spcPct val="0"/>
              </a:spcAft>
              <a:defRPr sz="2400">
                <a:solidFill>
                  <a:schemeClr val="tx1"/>
                </a:solidFill>
                <a:latin typeface="Arial" charset="0"/>
                <a:ea typeface="ＭＳ Ｐゴシック" charset="0"/>
              </a:defRPr>
            </a:lvl9pPr>
          </a:lstStyle>
          <a:p>
            <a:pPr algn="r"/>
            <a:fld id="{BDAEED39-8CE5-E849-8BB2-D2203B6D9153}" type="slidenum">
              <a:rPr lang="en-US" altLang="zh-CN" sz="800" smtClean="0">
                <a:solidFill>
                  <a:srgbClr val="505050"/>
                </a:solidFill>
                <a:latin typeface="Arial"/>
                <a:ea typeface="黑体" pitchFamily="49" charset="-122"/>
                <a:cs typeface="Arial"/>
              </a:rPr>
              <a:pPr algn="r"/>
              <a:t>‹#›</a:t>
            </a:fld>
            <a:endParaRPr lang="en-US" altLang="zh-CN" sz="800" dirty="0">
              <a:solidFill>
                <a:srgbClr val="505050"/>
              </a:solidFill>
              <a:latin typeface="Arial"/>
              <a:ea typeface="黑体" pitchFamily="49" charset="-122"/>
              <a:cs typeface="Arial"/>
            </a:endParaRPr>
          </a:p>
          <a:p>
            <a:pPr algn="r"/>
            <a:endParaRPr lang="en-US" altLang="zh-CN" sz="800" dirty="0">
              <a:solidFill>
                <a:srgbClr val="505050"/>
              </a:solidFill>
              <a:latin typeface="Arial"/>
              <a:ea typeface="黑体" pitchFamily="49" charset="-122"/>
              <a:cs typeface="Arial"/>
            </a:endParaRPr>
          </a:p>
        </p:txBody>
      </p:sp>
      <p:pic>
        <p:nvPicPr>
          <p:cNvPr id="11" name="Picture 5" descr="Line.png"/>
          <p:cNvPicPr>
            <a:picLocks noChangeAspect="1"/>
          </p:cNvPicPr>
          <p:nvPr userDrawn="1"/>
        </p:nvPicPr>
        <p:blipFill>
          <a:blip r:embed="rId3">
            <a:extLst>
              <a:ext uri="{28A0092B-C50C-407E-A947-70E740481C1C}">
                <a14:useLocalDpi xmlns:a14="http://schemas.microsoft.com/office/drawing/2010/main" val="0"/>
              </a:ext>
            </a:extLst>
          </a:blip>
          <a:stretch>
            <a:fillRect/>
          </a:stretch>
        </p:blipFill>
        <p:spPr>
          <a:xfrm>
            <a:off x="368300" y="4729417"/>
            <a:ext cx="8424672" cy="6096"/>
          </a:xfrm>
          <a:prstGeom prst="rect">
            <a:avLst/>
          </a:prstGeom>
          <a:ln>
            <a:solidFill>
              <a:schemeClr val="bg1">
                <a:lumMod val="65000"/>
              </a:schemeClr>
            </a:solidFill>
          </a:ln>
        </p:spPr>
      </p:pic>
      <p:sp>
        <p:nvSpPr>
          <p:cNvPr id="2" name="矩形 1"/>
          <p:cNvSpPr/>
          <p:nvPr userDrawn="1"/>
        </p:nvSpPr>
        <p:spPr>
          <a:xfrm>
            <a:off x="-1342724" y="792480"/>
            <a:ext cx="1217596" cy="4385816"/>
          </a:xfrm>
          <a:prstGeom prst="rect">
            <a:avLst/>
          </a:prstGeom>
        </p:spPr>
        <p:txBody>
          <a:bodyPr wrap="square">
            <a:spAutoFit/>
          </a:bodyPr>
          <a:lstStyle/>
          <a:p>
            <a:r>
              <a:rPr lang="zh-CN" altLang="en-US" sz="900" dirty="0" smtClean="0">
                <a:solidFill>
                  <a:srgbClr val="FFFFFF">
                    <a:lumMod val="65000"/>
                  </a:srgbClr>
                </a:solidFill>
                <a:latin typeface="华文黑体_易方达" panose="02010600040101010101" pitchFamily="2" charset="-122"/>
                <a:ea typeface="华文黑体_易方达" panose="02010600040101010101" pitchFamily="2" charset="-122"/>
              </a:rPr>
              <a:t>1. 图表标题字体为</a:t>
            </a:r>
            <a:r>
              <a:rPr lang="en-US" altLang="zh-CN" sz="900" dirty="0" smtClean="0">
                <a:solidFill>
                  <a:srgbClr val="FFFFFF">
                    <a:lumMod val="65000"/>
                  </a:srgbClr>
                </a:solidFill>
                <a:latin typeface="华文黑体_易方达" panose="02010600040101010101" pitchFamily="2" charset="-122"/>
                <a:ea typeface="华文黑体_易方达" panose="02010600040101010101" pitchFamily="2" charset="-122"/>
              </a:rPr>
              <a:t>Arial</a:t>
            </a:r>
            <a:r>
              <a:rPr lang="zh-CN" altLang="en-US" sz="900" dirty="0" smtClean="0">
                <a:solidFill>
                  <a:srgbClr val="FFFFFF">
                    <a:lumMod val="65000"/>
                  </a:srgbClr>
                </a:solidFill>
                <a:latin typeface="华文黑体_易方达" panose="02010600040101010101" pitchFamily="2" charset="-122"/>
                <a:ea typeface="华文黑体_易方达" panose="02010600040101010101" pitchFamily="2" charset="-122"/>
              </a:rPr>
              <a:t>，一般为10号（视需要可调），深蓝（R0，G80，B150） </a:t>
            </a:r>
            <a:endParaRPr lang="en-US" altLang="zh-CN" sz="900" dirty="0" smtClean="0">
              <a:solidFill>
                <a:srgbClr val="FFFFFF">
                  <a:lumMod val="65000"/>
                </a:srgbClr>
              </a:solidFill>
              <a:latin typeface="华文黑体_易方达" panose="02010600040101010101" pitchFamily="2" charset="-122"/>
              <a:ea typeface="华文黑体_易方达" panose="02010600040101010101" pitchFamily="2" charset="-122"/>
            </a:endParaRPr>
          </a:p>
          <a:p>
            <a:endParaRPr lang="en-US" altLang="zh-CN" sz="900" dirty="0" smtClean="0">
              <a:solidFill>
                <a:srgbClr val="FFFFFF">
                  <a:lumMod val="65000"/>
                </a:srgbClr>
              </a:solidFill>
              <a:latin typeface="华文黑体_易方达" panose="02010600040101010101" pitchFamily="2" charset="-122"/>
              <a:ea typeface="华文黑体_易方达" panose="02010600040101010101" pitchFamily="2" charset="-122"/>
            </a:endParaRPr>
          </a:p>
          <a:p>
            <a:r>
              <a:rPr lang="zh-CN" altLang="en-US" sz="900" dirty="0" smtClean="0">
                <a:solidFill>
                  <a:srgbClr val="FFFFFF">
                    <a:lumMod val="65000"/>
                  </a:srgbClr>
                </a:solidFill>
                <a:latin typeface="华文黑体_易方达" panose="02010600040101010101" pitchFamily="2" charset="-122"/>
                <a:ea typeface="华文黑体_易方达" panose="02010600040101010101" pitchFamily="2" charset="-122"/>
              </a:rPr>
              <a:t>2. 备注为Arial，7号，灰色（R60，G60，B60） </a:t>
            </a:r>
            <a:endParaRPr lang="en-US" altLang="zh-CN" sz="900" dirty="0" smtClean="0">
              <a:solidFill>
                <a:srgbClr val="FFFFFF">
                  <a:lumMod val="65000"/>
                </a:srgbClr>
              </a:solidFill>
              <a:latin typeface="华文黑体_易方达" panose="02010600040101010101" pitchFamily="2" charset="-122"/>
              <a:ea typeface="华文黑体_易方达" panose="02010600040101010101" pitchFamily="2" charset="-122"/>
            </a:endParaRPr>
          </a:p>
          <a:p>
            <a:endParaRPr lang="en-US" altLang="zh-CN" sz="900" dirty="0" smtClean="0">
              <a:solidFill>
                <a:srgbClr val="FFFFFF">
                  <a:lumMod val="65000"/>
                </a:srgbClr>
              </a:solidFill>
              <a:latin typeface="华文黑体_易方达" panose="02010600040101010101" pitchFamily="2" charset="-122"/>
              <a:ea typeface="华文黑体_易方达" panose="02010600040101010101" pitchFamily="2" charset="-122"/>
            </a:endParaRPr>
          </a:p>
          <a:p>
            <a:r>
              <a:rPr lang="zh-CN" altLang="en-US" sz="900" dirty="0" smtClean="0">
                <a:solidFill>
                  <a:srgbClr val="FFFFFF">
                    <a:lumMod val="65000"/>
                  </a:srgbClr>
                </a:solidFill>
                <a:latin typeface="华文黑体_易方达" panose="02010600040101010101" pitchFamily="2" charset="-122"/>
                <a:ea typeface="华文黑体_易方达" panose="02010600040101010101" pitchFamily="2" charset="-122"/>
              </a:rPr>
              <a:t>3. 图例字体使用</a:t>
            </a:r>
            <a:r>
              <a:rPr lang="en-US" altLang="zh-CN" sz="900" dirty="0" smtClean="0">
                <a:solidFill>
                  <a:srgbClr val="FFFFFF">
                    <a:lumMod val="65000"/>
                  </a:srgbClr>
                </a:solidFill>
                <a:latin typeface="华文黑体_易方达" panose="02010600040101010101" pitchFamily="2" charset="-122"/>
                <a:ea typeface="华文黑体_易方达" panose="02010600040101010101" pitchFamily="2" charset="-122"/>
              </a:rPr>
              <a:t>Arial</a:t>
            </a:r>
            <a:r>
              <a:rPr lang="zh-CN" altLang="en-US" sz="900" dirty="0" smtClean="0">
                <a:solidFill>
                  <a:srgbClr val="FFFFFF">
                    <a:lumMod val="65000"/>
                  </a:srgbClr>
                </a:solidFill>
                <a:latin typeface="华文黑体_易方达" panose="02010600040101010101" pitchFamily="2" charset="-122"/>
                <a:ea typeface="华文黑体_易方达" panose="02010600040101010101" pitchFamily="2" charset="-122"/>
              </a:rPr>
              <a:t> </a:t>
            </a:r>
            <a:endParaRPr lang="en-US" altLang="zh-CN" sz="900" dirty="0" smtClean="0">
              <a:solidFill>
                <a:srgbClr val="FFFFFF">
                  <a:lumMod val="65000"/>
                </a:srgbClr>
              </a:solidFill>
              <a:latin typeface="华文黑体_易方达" panose="02010600040101010101" pitchFamily="2" charset="-122"/>
              <a:ea typeface="华文黑体_易方达" panose="02010600040101010101" pitchFamily="2" charset="-122"/>
            </a:endParaRPr>
          </a:p>
          <a:p>
            <a:endParaRPr lang="en-US" altLang="zh-CN" sz="900" dirty="0" smtClean="0">
              <a:solidFill>
                <a:srgbClr val="FFFFFF">
                  <a:lumMod val="65000"/>
                </a:srgbClr>
              </a:solidFill>
              <a:latin typeface="华文黑体_易方达" panose="02010600040101010101" pitchFamily="2" charset="-122"/>
              <a:ea typeface="华文黑体_易方达" panose="02010600040101010101" pitchFamily="2" charset="-122"/>
            </a:endParaRPr>
          </a:p>
          <a:p>
            <a:r>
              <a:rPr lang="zh-CN" altLang="en-US" sz="900" dirty="0" smtClean="0">
                <a:solidFill>
                  <a:srgbClr val="FFFFFF">
                    <a:lumMod val="65000"/>
                  </a:srgbClr>
                </a:solidFill>
                <a:latin typeface="华文黑体_易方达" panose="02010600040101010101" pitchFamily="2" charset="-122"/>
                <a:ea typeface="华文黑体_易方达" panose="02010600040101010101" pitchFamily="2" charset="-122"/>
              </a:rPr>
              <a:t>4. 图表中数字字体统一为Arial</a:t>
            </a:r>
          </a:p>
          <a:p>
            <a:endParaRPr lang="en-US" altLang="zh-CN" sz="900" dirty="0" smtClean="0">
              <a:solidFill>
                <a:srgbClr val="FFFFFF">
                  <a:lumMod val="65000"/>
                </a:srgbClr>
              </a:solidFill>
              <a:latin typeface="华文黑体_易方达" panose="02010600040101010101" pitchFamily="2" charset="-122"/>
              <a:ea typeface="华文黑体_易方达" panose="02010600040101010101" pitchFamily="2" charset="-122"/>
            </a:endParaRPr>
          </a:p>
          <a:p>
            <a:r>
              <a:rPr lang="zh-CN" altLang="en-US" sz="900" dirty="0" smtClean="0">
                <a:solidFill>
                  <a:srgbClr val="FFFFFF">
                    <a:lumMod val="65000"/>
                  </a:srgbClr>
                </a:solidFill>
                <a:latin typeface="华文黑体_易方达" panose="02010600040101010101" pitchFamily="2" charset="-122"/>
                <a:ea typeface="华文黑体_易方达" panose="02010600040101010101" pitchFamily="2" charset="-122"/>
              </a:rPr>
              <a:t>图表统一使用纯白底色，不得自行添加背景色，不能对图表使用渐变、阴影、立体等复杂效果， 所有图表不使用边框</a:t>
            </a:r>
            <a:endParaRPr lang="en-US" altLang="zh-CN" sz="900" dirty="0" smtClean="0">
              <a:solidFill>
                <a:srgbClr val="FFFFFF">
                  <a:lumMod val="65000"/>
                </a:srgbClr>
              </a:solidFill>
              <a:latin typeface="华文黑体_易方达" panose="02010600040101010101" pitchFamily="2" charset="-122"/>
              <a:ea typeface="华文黑体_易方达" panose="02010600040101010101" pitchFamily="2" charset="-122"/>
            </a:endParaRPr>
          </a:p>
          <a:p>
            <a:endParaRPr lang="en-US" altLang="zh-CN" sz="900" dirty="0" smtClean="0">
              <a:solidFill>
                <a:srgbClr val="FFFFFF">
                  <a:lumMod val="65000"/>
                </a:srgbClr>
              </a:solidFill>
              <a:latin typeface="华文黑体_易方达" panose="02010600040101010101" pitchFamily="2" charset="-122"/>
              <a:ea typeface="华文黑体_易方达" panose="02010600040101010101" pitchFamily="2" charset="-122"/>
            </a:endParaRPr>
          </a:p>
          <a:p>
            <a:r>
              <a:rPr lang="zh-CN" altLang="en-US" sz="900" dirty="0" smtClean="0">
                <a:solidFill>
                  <a:srgbClr val="FFFFFF">
                    <a:lumMod val="65000"/>
                  </a:srgbClr>
                </a:solidFill>
                <a:latin typeface="华文黑体_易方达" panose="02010600040101010101" pitchFamily="2" charset="-122"/>
                <a:ea typeface="华文黑体_易方达" panose="02010600040101010101" pitchFamily="2" charset="-122"/>
              </a:rPr>
              <a:t>图中背景实线使用浅灰色实线背景（</a:t>
            </a:r>
            <a:r>
              <a:rPr lang="en-US" altLang="zh-CN" sz="900" dirty="0" smtClean="0">
                <a:solidFill>
                  <a:srgbClr val="FFFFFF">
                    <a:lumMod val="65000"/>
                  </a:srgbClr>
                </a:solidFill>
                <a:latin typeface="华文黑体_易方达" panose="02010600040101010101" pitchFamily="2" charset="-122"/>
                <a:ea typeface="华文黑体_易方达" panose="02010600040101010101" pitchFamily="2" charset="-122"/>
              </a:rPr>
              <a:t>R204</a:t>
            </a:r>
            <a:r>
              <a:rPr lang="zh-CN" altLang="en-US" sz="900" dirty="0" smtClean="0">
                <a:solidFill>
                  <a:srgbClr val="FFFFFF">
                    <a:lumMod val="65000"/>
                  </a:srgbClr>
                </a:solidFill>
                <a:latin typeface="华文黑体_易方达" panose="02010600040101010101" pitchFamily="2" charset="-122"/>
                <a:ea typeface="华文黑体_易方达" panose="02010600040101010101" pitchFamily="2" charset="-122"/>
              </a:rPr>
              <a:t>，</a:t>
            </a:r>
            <a:r>
              <a:rPr lang="en-US" altLang="zh-CN" sz="900" dirty="0" smtClean="0">
                <a:solidFill>
                  <a:srgbClr val="FFFFFF">
                    <a:lumMod val="65000"/>
                  </a:srgbClr>
                </a:solidFill>
                <a:latin typeface="华文黑体_易方达" panose="02010600040101010101" pitchFamily="2" charset="-122"/>
                <a:ea typeface="华文黑体_易方达" panose="02010600040101010101" pitchFamily="2" charset="-122"/>
              </a:rPr>
              <a:t>G204</a:t>
            </a:r>
            <a:r>
              <a:rPr lang="zh-CN" altLang="en-US" sz="900" dirty="0" smtClean="0">
                <a:solidFill>
                  <a:srgbClr val="FFFFFF">
                    <a:lumMod val="65000"/>
                  </a:srgbClr>
                </a:solidFill>
                <a:latin typeface="华文黑体_易方达" panose="02010600040101010101" pitchFamily="2" charset="-122"/>
                <a:ea typeface="华文黑体_易方达" panose="02010600040101010101" pitchFamily="2" charset="-122"/>
              </a:rPr>
              <a:t>，</a:t>
            </a:r>
            <a:r>
              <a:rPr lang="en-US" altLang="zh-CN" sz="900" dirty="0" smtClean="0">
                <a:solidFill>
                  <a:srgbClr val="FFFFFF">
                    <a:lumMod val="65000"/>
                  </a:srgbClr>
                </a:solidFill>
                <a:latin typeface="华文黑体_易方达" panose="02010600040101010101" pitchFamily="2" charset="-122"/>
                <a:ea typeface="华文黑体_易方达" panose="02010600040101010101" pitchFamily="2" charset="-122"/>
              </a:rPr>
              <a:t>B204</a:t>
            </a:r>
            <a:r>
              <a:rPr lang="zh-CN" altLang="en-US" sz="900" dirty="0" smtClean="0">
                <a:solidFill>
                  <a:srgbClr val="FFFFFF">
                    <a:lumMod val="65000"/>
                  </a:srgbClr>
                </a:solidFill>
                <a:latin typeface="华文黑体_易方达" panose="02010600040101010101" pitchFamily="2" charset="-122"/>
                <a:ea typeface="华文黑体_易方达" panose="02010600040101010101" pitchFamily="2" charset="-122"/>
              </a:rPr>
              <a:t>）</a:t>
            </a:r>
            <a:endParaRPr lang="en-US" altLang="zh-CN" sz="900" dirty="0" smtClean="0">
              <a:solidFill>
                <a:srgbClr val="FFFFFF">
                  <a:lumMod val="65000"/>
                </a:srgbClr>
              </a:solidFill>
              <a:latin typeface="华文黑体_易方达" panose="02010600040101010101" pitchFamily="2" charset="-122"/>
              <a:ea typeface="华文黑体_易方达" panose="02010600040101010101" pitchFamily="2" charset="-122"/>
            </a:endParaRPr>
          </a:p>
          <a:p>
            <a:r>
              <a:rPr lang="zh-CN" altLang="en-US" sz="900" dirty="0" smtClean="0">
                <a:solidFill>
                  <a:srgbClr val="FFFFFF">
                    <a:lumMod val="65000"/>
                  </a:srgbClr>
                </a:solidFill>
                <a:latin typeface="华文黑体_易方达" panose="02010600040101010101" pitchFamily="2" charset="-122"/>
                <a:ea typeface="华文黑体_易方达" panose="02010600040101010101" pitchFamily="2" charset="-122"/>
              </a:rPr>
              <a:t>连接线条建议</a:t>
            </a:r>
            <a:r>
              <a:rPr lang="en-US" altLang="zh-CN" sz="900" dirty="0" smtClean="0">
                <a:solidFill>
                  <a:srgbClr val="FFFFFF">
                    <a:lumMod val="65000"/>
                  </a:srgbClr>
                </a:solidFill>
                <a:latin typeface="华文黑体_易方达" panose="02010600040101010101" pitchFamily="2" charset="-122"/>
                <a:ea typeface="华文黑体_易方达" panose="02010600040101010101" pitchFamily="2" charset="-122"/>
              </a:rPr>
              <a:t>1.5</a:t>
            </a:r>
            <a:r>
              <a:rPr lang="zh-CN" altLang="en-US" sz="900" dirty="0" smtClean="0">
                <a:solidFill>
                  <a:srgbClr val="FFFFFF">
                    <a:lumMod val="65000"/>
                  </a:srgbClr>
                </a:solidFill>
                <a:latin typeface="华文黑体_易方达" panose="02010600040101010101" pitchFamily="2" charset="-122"/>
                <a:ea typeface="华文黑体_易方达" panose="02010600040101010101" pitchFamily="2" charset="-122"/>
              </a:rPr>
              <a:t>磅，灰色 （</a:t>
            </a:r>
            <a:r>
              <a:rPr lang="en-US" altLang="zh-CN" sz="900" dirty="0" smtClean="0">
                <a:solidFill>
                  <a:srgbClr val="FFFFFF">
                    <a:lumMod val="65000"/>
                  </a:srgbClr>
                </a:solidFill>
                <a:latin typeface="华文黑体_易方达" panose="02010600040101010101" pitchFamily="2" charset="-122"/>
                <a:ea typeface="华文黑体_易方达" panose="02010600040101010101" pitchFamily="2" charset="-122"/>
              </a:rPr>
              <a:t>R150</a:t>
            </a:r>
            <a:r>
              <a:rPr lang="zh-CN" altLang="en-US" sz="900" dirty="0" smtClean="0">
                <a:solidFill>
                  <a:srgbClr val="FFFFFF">
                    <a:lumMod val="65000"/>
                  </a:srgbClr>
                </a:solidFill>
                <a:latin typeface="华文黑体_易方达" panose="02010600040101010101" pitchFamily="2" charset="-122"/>
                <a:ea typeface="华文黑体_易方达" panose="02010600040101010101" pitchFamily="2" charset="-122"/>
              </a:rPr>
              <a:t>；</a:t>
            </a:r>
            <a:r>
              <a:rPr lang="en-US" altLang="zh-CN" sz="900" dirty="0" smtClean="0">
                <a:solidFill>
                  <a:srgbClr val="FFFFFF">
                    <a:lumMod val="65000"/>
                  </a:srgbClr>
                </a:solidFill>
                <a:latin typeface="华文黑体_易方达" panose="02010600040101010101" pitchFamily="2" charset="-122"/>
                <a:ea typeface="华文黑体_易方达" panose="02010600040101010101" pitchFamily="2" charset="-122"/>
              </a:rPr>
              <a:t>G150</a:t>
            </a:r>
            <a:r>
              <a:rPr lang="zh-CN" altLang="en-US" sz="900" dirty="0" smtClean="0">
                <a:solidFill>
                  <a:srgbClr val="FFFFFF">
                    <a:lumMod val="65000"/>
                  </a:srgbClr>
                </a:solidFill>
                <a:latin typeface="华文黑体_易方达" panose="02010600040101010101" pitchFamily="2" charset="-122"/>
                <a:ea typeface="华文黑体_易方达" panose="02010600040101010101" pitchFamily="2" charset="-122"/>
              </a:rPr>
              <a:t>；</a:t>
            </a:r>
            <a:r>
              <a:rPr lang="en-US" altLang="zh-CN" sz="900" dirty="0" smtClean="0">
                <a:solidFill>
                  <a:srgbClr val="FFFFFF">
                    <a:lumMod val="65000"/>
                  </a:srgbClr>
                </a:solidFill>
                <a:latin typeface="华文黑体_易方达" panose="02010600040101010101" pitchFamily="2" charset="-122"/>
                <a:ea typeface="华文黑体_易方达" panose="02010600040101010101" pitchFamily="2" charset="-122"/>
              </a:rPr>
              <a:t>B150</a:t>
            </a:r>
            <a:r>
              <a:rPr lang="zh-CN" altLang="en-US" sz="900" dirty="0" smtClean="0">
                <a:solidFill>
                  <a:srgbClr val="FFFFFF">
                    <a:lumMod val="65000"/>
                  </a:srgbClr>
                </a:solidFill>
                <a:latin typeface="华文黑体_易方达" panose="02010600040101010101" pitchFamily="2" charset="-122"/>
                <a:ea typeface="华文黑体_易方达" panose="02010600040101010101" pitchFamily="2" charset="-122"/>
              </a:rPr>
              <a:t>）</a:t>
            </a:r>
          </a:p>
        </p:txBody>
      </p:sp>
      <p:pic>
        <p:nvPicPr>
          <p:cNvPr id="13" name="图片 12"/>
          <p:cNvPicPr>
            <a:picLocks noChangeAspect="1"/>
          </p:cNvPicPr>
          <p:nvPr userDrawn="1"/>
        </p:nvPicPr>
        <p:blipFill>
          <a:blip r:embed="rId4">
            <a:extLst>
              <a:ext uri="{28A0092B-C50C-407E-A947-70E740481C1C}">
                <a14:useLocalDpi xmlns:a14="http://schemas.microsoft.com/office/drawing/2010/main" val="0"/>
              </a:ext>
            </a:extLst>
          </a:blip>
          <a:stretch>
            <a:fillRect/>
          </a:stretch>
        </p:blipFill>
        <p:spPr>
          <a:xfrm>
            <a:off x="7299995" y="81588"/>
            <a:ext cx="1480616" cy="629304"/>
          </a:xfrm>
          <a:prstGeom prst="rect">
            <a:avLst/>
          </a:prstGeom>
        </p:spPr>
      </p:pic>
      <p:sp>
        <p:nvSpPr>
          <p:cNvPr id="16" name="文本框 15"/>
          <p:cNvSpPr txBox="1"/>
          <p:nvPr userDrawn="1"/>
        </p:nvSpPr>
        <p:spPr>
          <a:xfrm>
            <a:off x="283240" y="4755705"/>
            <a:ext cx="2576919" cy="215444"/>
          </a:xfrm>
          <a:prstGeom prst="rect">
            <a:avLst/>
          </a:prstGeom>
          <a:noFill/>
        </p:spPr>
        <p:txBody>
          <a:bodyPr wrap="square" rtlCol="0">
            <a:spAutoFit/>
          </a:bodyPr>
          <a:lstStyle/>
          <a:p>
            <a:r>
              <a:rPr lang="en-US" altLang="zh-CN" sz="800" dirty="0" smtClean="0">
                <a:solidFill>
                  <a:srgbClr val="3C3C3C"/>
                </a:solidFill>
                <a:latin typeface="Arial"/>
                <a:ea typeface="华文黑体_易方达" panose="02010600040101010101" pitchFamily="2" charset="-122"/>
                <a:cs typeface="华文黑体" panose="02010600040101010101" pitchFamily="2" charset="-122"/>
              </a:rPr>
              <a:t>E Fund Management Co., Ltd.</a:t>
            </a:r>
            <a:endParaRPr lang="zh-CN" altLang="en-US" sz="800" dirty="0" smtClean="0">
              <a:solidFill>
                <a:srgbClr val="3C3C3C"/>
              </a:solidFill>
              <a:latin typeface="Arial"/>
              <a:ea typeface="华文黑体_易方达" panose="02010600040101010101" pitchFamily="2" charset="-122"/>
              <a:cs typeface="华文黑体" panose="02010600040101010101" pitchFamily="2" charset="-122"/>
            </a:endParaRPr>
          </a:p>
        </p:txBody>
      </p:sp>
      <p:sp>
        <p:nvSpPr>
          <p:cNvPr id="12" name="文本框 11"/>
          <p:cNvSpPr txBox="1"/>
          <p:nvPr userDrawn="1"/>
        </p:nvSpPr>
        <p:spPr>
          <a:xfrm>
            <a:off x="3974707" y="4770358"/>
            <a:ext cx="2576919" cy="215444"/>
          </a:xfrm>
          <a:prstGeom prst="rect">
            <a:avLst/>
          </a:prstGeom>
          <a:noFill/>
        </p:spPr>
        <p:txBody>
          <a:bodyPr wrap="square" rtlCol="0">
            <a:spAutoFit/>
          </a:bodyPr>
          <a:lstStyle/>
          <a:p>
            <a:r>
              <a:rPr lang="en-US" altLang="zh-CN" sz="800" dirty="0" smtClean="0">
                <a:solidFill>
                  <a:srgbClr val="3C3C3C"/>
                </a:solidFill>
                <a:latin typeface="Arial" panose="020B0604020202020204" pitchFamily="34" charset="0"/>
                <a:ea typeface="华文黑体_易方达" panose="02010600040101010101" pitchFamily="2" charset="-122"/>
                <a:cs typeface="Arial" panose="020B0604020202020204" pitchFamily="34" charset="0"/>
              </a:rPr>
              <a:t>For Internal Use Only</a:t>
            </a:r>
            <a:endParaRPr lang="zh-CN" altLang="en-US" sz="800" dirty="0" smtClean="0">
              <a:solidFill>
                <a:srgbClr val="3C3C3C"/>
              </a:solidFill>
              <a:latin typeface="Arial" panose="020B0604020202020204" pitchFamily="34" charset="0"/>
              <a:ea typeface="华文黑体_易方达" panose="02010600040101010101" pitchFamily="2" charset="-122"/>
              <a:cs typeface="Arial" panose="020B0604020202020204" pitchFamily="34" charset="0"/>
            </a:endParaRPr>
          </a:p>
        </p:txBody>
      </p:sp>
    </p:spTree>
    <p:extLst>
      <p:ext uri="{BB962C8B-B14F-4D97-AF65-F5344CB8AC3E}">
        <p14:creationId xmlns:p14="http://schemas.microsoft.com/office/powerpoint/2010/main" val="3940010071"/>
      </p:ext>
    </p:extLst>
  </p:cSld>
  <p:clrMapOvr>
    <a:masterClrMapping/>
  </p:clrMapOvr>
  <p:timing>
    <p:tnLst>
      <p:par>
        <p:cTn id="1" dur="indefinite" restart="never" nodeType="tmRoot"/>
      </p:par>
    </p:tnLst>
  </p:timing>
</p:sldLayout>
</file>

<file path=ppt/slideLayouts/slideLayout19.xml><?xml version="1.0" encoding="utf-8"?>
<p:sldLayout xmlns:a="http://schemas.openxmlformats.org/drawingml/2006/main" xmlns:r="http://schemas.openxmlformats.org/officeDocument/2006/relationships" xmlns:p="http://schemas.openxmlformats.org/presentationml/2006/main" preserve="1" userDrawn="1">
  <p:cSld name="1_表格内容1">
    <p:spTree>
      <p:nvGrpSpPr>
        <p:cNvPr id="1" name=""/>
        <p:cNvGrpSpPr/>
        <p:nvPr/>
      </p:nvGrpSpPr>
      <p:grpSpPr>
        <a:xfrm>
          <a:off x="0" y="0"/>
          <a:ext cx="0" cy="0"/>
          <a:chOff x="0" y="0"/>
          <a:chExt cx="0" cy="0"/>
        </a:xfrm>
      </p:grpSpPr>
      <p:pic>
        <p:nvPicPr>
          <p:cNvPr id="9" name="Picture 8" descr="Bar_1.png"/>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0" y="0"/>
            <a:ext cx="9144000" cy="792480"/>
          </a:xfrm>
          <a:prstGeom prst="rect">
            <a:avLst/>
          </a:prstGeom>
        </p:spPr>
      </p:pic>
      <p:sp>
        <p:nvSpPr>
          <p:cNvPr id="16" name="Rectangle 21"/>
          <p:cNvSpPr>
            <a:spLocks noGrp="1" noChangeArrowheads="1"/>
          </p:cNvSpPr>
          <p:nvPr>
            <p:ph type="title" hasCustomPrompt="1"/>
          </p:nvPr>
        </p:nvSpPr>
        <p:spPr bwMode="auto">
          <a:xfrm>
            <a:off x="363151" y="211632"/>
            <a:ext cx="6268655" cy="268047"/>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 uri="{FAA26D3D-D897-4be2-8F04-BA451C77F1D7}">
              <ma14:placeholderFlag xmlns="" xmlns:ma14="http://schemas.microsoft.com/office/mac/drawingml/2011/main" val="1"/>
            </a:ext>
          </a:extLst>
        </p:spPr>
        <p:txBody>
          <a:bodyPr vert="horz" wrap="square" lIns="0" tIns="0" rIns="0" bIns="45720" numCol="1" anchor="t" anchorCtr="0" compatLnSpc="1">
            <a:prstTxWarp prst="textNoShape">
              <a:avLst/>
            </a:prstTxWarp>
          </a:bodyPr>
          <a:lstStyle>
            <a:lvl1pPr marL="0" marR="0" indent="0" algn="l" defTabSz="914400" rtl="0" eaLnBrk="1" fontAlgn="base" latinLnBrk="0" hangingPunct="1">
              <a:lnSpc>
                <a:spcPct val="100000"/>
              </a:lnSpc>
              <a:spcBef>
                <a:spcPct val="0"/>
              </a:spcBef>
              <a:spcAft>
                <a:spcPct val="0"/>
              </a:spcAft>
              <a:buClrTx/>
              <a:buSzTx/>
              <a:buFontTx/>
              <a:buNone/>
              <a:tabLst/>
              <a:defRPr sz="2300" b="1">
                <a:solidFill>
                  <a:schemeClr val="bg1"/>
                </a:solidFill>
                <a:latin typeface="+mn-lt"/>
                <a:ea typeface="华文黑体_易方达" panose="02010600040101010101" pitchFamily="2" charset="-122"/>
              </a:defRPr>
            </a:lvl1pPr>
          </a:lstStyle>
          <a:p>
            <a:pPr lvl="0"/>
            <a:r>
              <a:rPr lang="en-US" altLang="zh-CN" dirty="0" smtClean="0"/>
              <a:t>Click  to add title</a:t>
            </a:r>
            <a:endParaRPr lang="en-US" dirty="0" smtClean="0"/>
          </a:p>
        </p:txBody>
      </p:sp>
      <p:sp>
        <p:nvSpPr>
          <p:cNvPr id="17" name="Rectangle 22"/>
          <p:cNvSpPr>
            <a:spLocks noGrp="1" noChangeAspect="1" noChangeArrowheads="1"/>
          </p:cNvSpPr>
          <p:nvPr>
            <p:ph idx="10" hasCustomPrompt="1"/>
          </p:nvPr>
        </p:nvSpPr>
        <p:spPr bwMode="auto">
          <a:xfrm>
            <a:off x="360363" y="1296527"/>
            <a:ext cx="8432609" cy="931334"/>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 uri="{FAA26D3D-D897-4be2-8F04-BA451C77F1D7}">
              <ma14:placeholderFlag xmlns="" xmlns:ma14="http://schemas.microsoft.com/office/mac/drawingml/2011/main" val="1"/>
            </a:ext>
          </a:extLst>
        </p:spPr>
        <p:txBody>
          <a:bodyPr vert="horz" wrap="square" lIns="0" tIns="0" rIns="0" bIns="0" numCol="1" anchor="t" anchorCtr="0" compatLnSpc="1">
            <a:prstTxWarp prst="textNoShape">
              <a:avLst/>
            </a:prstTxWarp>
          </a:bodyPr>
          <a:lstStyle>
            <a:lvl1pPr marL="0" marR="0" indent="0" algn="l" defTabSz="914400" rtl="0" eaLnBrk="1" fontAlgn="base" latinLnBrk="0" hangingPunct="1">
              <a:lnSpc>
                <a:spcPts val="1800"/>
              </a:lnSpc>
              <a:spcBef>
                <a:spcPts val="0"/>
              </a:spcBef>
              <a:spcAft>
                <a:spcPct val="0"/>
              </a:spcAft>
              <a:buClrTx/>
              <a:buSzTx/>
              <a:buFontTx/>
              <a:buNone/>
              <a:tabLst/>
              <a:defRPr sz="1500" b="0" baseline="0">
                <a:solidFill>
                  <a:srgbClr val="005096"/>
                </a:solidFill>
                <a:latin typeface="+mn-lt"/>
                <a:ea typeface="华文黑体_易方达" panose="02010600040101010101" pitchFamily="2" charset="-122"/>
              </a:defRPr>
            </a:lvl1pPr>
            <a:lvl2pPr algn="l">
              <a:lnSpc>
                <a:spcPts val="2400"/>
              </a:lnSpc>
              <a:buFontTx/>
              <a:buNone/>
              <a:defRPr sz="1500" baseline="0">
                <a:solidFill>
                  <a:schemeClr val="bg1"/>
                </a:solidFill>
                <a:latin typeface="Arial"/>
              </a:defRPr>
            </a:lvl2pPr>
            <a:lvl3pPr>
              <a:buFontTx/>
              <a:buNone/>
              <a:defRPr/>
            </a:lvl3pPr>
            <a:lvl4pPr>
              <a:buFontTx/>
              <a:buNone/>
              <a:defRPr/>
            </a:lvl4pPr>
            <a:lvl5pPr>
              <a:buFontTx/>
              <a:buNone/>
              <a:defRPr/>
            </a:lvl5pPr>
          </a:lstStyle>
          <a:p>
            <a:pPr lvl="0"/>
            <a:r>
              <a:rPr lang="en-US" altLang="zh-CN" dirty="0" smtClean="0"/>
              <a:t>Click  to add title</a:t>
            </a:r>
            <a:br>
              <a:rPr lang="en-US" altLang="zh-CN" dirty="0" smtClean="0"/>
            </a:br>
            <a:endParaRPr lang="en-US" dirty="0" smtClean="0"/>
          </a:p>
        </p:txBody>
      </p:sp>
      <p:sp>
        <p:nvSpPr>
          <p:cNvPr id="21" name="Slide Number Placeholder 5"/>
          <p:cNvSpPr txBox="1">
            <a:spLocks/>
          </p:cNvSpPr>
          <p:nvPr userDrawn="1"/>
        </p:nvSpPr>
        <p:spPr bwMode="auto">
          <a:xfrm>
            <a:off x="8359020" y="4791886"/>
            <a:ext cx="448205" cy="141816"/>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lIns="0" tIns="0" rIns="0" bIns="0"/>
          <a:lstStyle>
            <a:lvl1pPr eaLnBrk="0" hangingPunct="0">
              <a:defRPr sz="2400">
                <a:solidFill>
                  <a:schemeClr val="tx1"/>
                </a:solidFill>
                <a:latin typeface="Arial" charset="0"/>
                <a:ea typeface="ＭＳ Ｐゴシック" charset="0"/>
                <a:cs typeface="ＭＳ Ｐゴシック" charset="0"/>
              </a:defRPr>
            </a:lvl1pPr>
            <a:lvl2pPr marL="742950" indent="-285750" eaLnBrk="0" hangingPunct="0">
              <a:defRPr sz="2400">
                <a:solidFill>
                  <a:schemeClr val="tx1"/>
                </a:solidFill>
                <a:latin typeface="Arial" charset="0"/>
                <a:ea typeface="ＭＳ Ｐゴシック" charset="0"/>
              </a:defRPr>
            </a:lvl2pPr>
            <a:lvl3pPr marL="1143000" indent="-228600" eaLnBrk="0" hangingPunct="0">
              <a:defRPr sz="2400">
                <a:solidFill>
                  <a:schemeClr val="tx1"/>
                </a:solidFill>
                <a:latin typeface="Arial" charset="0"/>
                <a:ea typeface="ＭＳ Ｐゴシック" charset="0"/>
              </a:defRPr>
            </a:lvl3pPr>
            <a:lvl4pPr marL="1600200" indent="-228600" eaLnBrk="0" hangingPunct="0">
              <a:defRPr sz="2400">
                <a:solidFill>
                  <a:schemeClr val="tx1"/>
                </a:solidFill>
                <a:latin typeface="Arial" charset="0"/>
                <a:ea typeface="ＭＳ Ｐゴシック" charset="0"/>
              </a:defRPr>
            </a:lvl4pPr>
            <a:lvl5pPr marL="2057400" indent="-228600" eaLnBrk="0" hangingPunct="0">
              <a:defRPr sz="2400">
                <a:solidFill>
                  <a:schemeClr val="tx1"/>
                </a:solidFill>
                <a:latin typeface="Arial" charset="0"/>
                <a:ea typeface="ＭＳ Ｐゴシック" charset="0"/>
              </a:defRPr>
            </a:lvl5pPr>
            <a:lvl6pPr marL="2514600" indent="-228600" eaLnBrk="0" fontAlgn="base" hangingPunct="0">
              <a:spcBef>
                <a:spcPct val="0"/>
              </a:spcBef>
              <a:spcAft>
                <a:spcPct val="0"/>
              </a:spcAft>
              <a:defRPr sz="2400">
                <a:solidFill>
                  <a:schemeClr val="tx1"/>
                </a:solidFill>
                <a:latin typeface="Arial" charset="0"/>
                <a:ea typeface="ＭＳ Ｐゴシック" charset="0"/>
              </a:defRPr>
            </a:lvl6pPr>
            <a:lvl7pPr marL="2971800" indent="-228600" eaLnBrk="0" fontAlgn="base" hangingPunct="0">
              <a:spcBef>
                <a:spcPct val="0"/>
              </a:spcBef>
              <a:spcAft>
                <a:spcPct val="0"/>
              </a:spcAft>
              <a:defRPr sz="2400">
                <a:solidFill>
                  <a:schemeClr val="tx1"/>
                </a:solidFill>
                <a:latin typeface="Arial" charset="0"/>
                <a:ea typeface="ＭＳ Ｐゴシック" charset="0"/>
              </a:defRPr>
            </a:lvl7pPr>
            <a:lvl8pPr marL="3429000" indent="-228600" eaLnBrk="0" fontAlgn="base" hangingPunct="0">
              <a:spcBef>
                <a:spcPct val="0"/>
              </a:spcBef>
              <a:spcAft>
                <a:spcPct val="0"/>
              </a:spcAft>
              <a:defRPr sz="2400">
                <a:solidFill>
                  <a:schemeClr val="tx1"/>
                </a:solidFill>
                <a:latin typeface="Arial" charset="0"/>
                <a:ea typeface="ＭＳ Ｐゴシック" charset="0"/>
              </a:defRPr>
            </a:lvl8pPr>
            <a:lvl9pPr marL="3886200" indent="-228600" eaLnBrk="0" fontAlgn="base" hangingPunct="0">
              <a:spcBef>
                <a:spcPct val="0"/>
              </a:spcBef>
              <a:spcAft>
                <a:spcPct val="0"/>
              </a:spcAft>
              <a:defRPr sz="2400">
                <a:solidFill>
                  <a:schemeClr val="tx1"/>
                </a:solidFill>
                <a:latin typeface="Arial" charset="0"/>
                <a:ea typeface="ＭＳ Ｐゴシック" charset="0"/>
              </a:defRPr>
            </a:lvl9pPr>
          </a:lstStyle>
          <a:p>
            <a:pPr algn="r"/>
            <a:fld id="{BDAEED39-8CE5-E849-8BB2-D2203B6D9153}" type="slidenum">
              <a:rPr lang="en-US" altLang="zh-CN" sz="800" smtClean="0">
                <a:solidFill>
                  <a:srgbClr val="505050"/>
                </a:solidFill>
                <a:latin typeface="Arial"/>
                <a:ea typeface="黑体" pitchFamily="49" charset="-122"/>
                <a:cs typeface="Arial"/>
              </a:rPr>
              <a:pPr algn="r"/>
              <a:t>‹#›</a:t>
            </a:fld>
            <a:endParaRPr lang="en-US" altLang="zh-CN" sz="800" dirty="0">
              <a:solidFill>
                <a:srgbClr val="505050"/>
              </a:solidFill>
              <a:latin typeface="Arial"/>
              <a:ea typeface="黑体" pitchFamily="49" charset="-122"/>
              <a:cs typeface="Arial"/>
            </a:endParaRPr>
          </a:p>
          <a:p>
            <a:pPr algn="r"/>
            <a:endParaRPr lang="en-US" altLang="zh-CN" sz="800" dirty="0">
              <a:solidFill>
                <a:srgbClr val="505050"/>
              </a:solidFill>
              <a:latin typeface="Arial"/>
              <a:ea typeface="黑体" pitchFamily="49" charset="-122"/>
              <a:cs typeface="Arial"/>
            </a:endParaRPr>
          </a:p>
        </p:txBody>
      </p:sp>
      <p:pic>
        <p:nvPicPr>
          <p:cNvPr id="11" name="Picture 5" descr="Line.png"/>
          <p:cNvPicPr>
            <a:picLocks noChangeAspect="1"/>
          </p:cNvPicPr>
          <p:nvPr userDrawn="1"/>
        </p:nvPicPr>
        <p:blipFill>
          <a:blip r:embed="rId3">
            <a:extLst>
              <a:ext uri="{28A0092B-C50C-407E-A947-70E740481C1C}">
                <a14:useLocalDpi xmlns:a14="http://schemas.microsoft.com/office/drawing/2010/main" val="0"/>
              </a:ext>
            </a:extLst>
          </a:blip>
          <a:stretch>
            <a:fillRect/>
          </a:stretch>
        </p:blipFill>
        <p:spPr>
          <a:xfrm>
            <a:off x="368300" y="4729417"/>
            <a:ext cx="8424672" cy="6096"/>
          </a:xfrm>
          <a:prstGeom prst="rect">
            <a:avLst/>
          </a:prstGeom>
          <a:ln>
            <a:solidFill>
              <a:schemeClr val="bg1">
                <a:lumMod val="65000"/>
              </a:schemeClr>
            </a:solidFill>
          </a:ln>
        </p:spPr>
      </p:pic>
      <p:sp>
        <p:nvSpPr>
          <p:cNvPr id="2" name="矩形 1"/>
          <p:cNvSpPr/>
          <p:nvPr userDrawn="1"/>
        </p:nvSpPr>
        <p:spPr>
          <a:xfrm>
            <a:off x="-1400475" y="1269871"/>
            <a:ext cx="1400475" cy="3277820"/>
          </a:xfrm>
          <a:prstGeom prst="rect">
            <a:avLst/>
          </a:prstGeom>
        </p:spPr>
        <p:txBody>
          <a:bodyPr wrap="square">
            <a:spAutoFit/>
          </a:bodyPr>
          <a:lstStyle/>
          <a:p>
            <a:r>
              <a:rPr lang="zh-CN" altLang="en-US" sz="900" dirty="0" smtClean="0">
                <a:solidFill>
                  <a:srgbClr val="FFFFFF">
                    <a:lumMod val="65000"/>
                  </a:srgbClr>
                </a:solidFill>
                <a:latin typeface="华文黑体_易方达" panose="02010600040101010101" pitchFamily="2" charset="-122"/>
                <a:ea typeface="华文黑体_易方达" panose="02010600040101010101" pitchFamily="2" charset="-122"/>
              </a:rPr>
              <a:t>1. 表格标题文字为</a:t>
            </a:r>
            <a:r>
              <a:rPr lang="en-US" altLang="zh-CN" sz="900" dirty="0" smtClean="0">
                <a:solidFill>
                  <a:srgbClr val="FFFFFF">
                    <a:lumMod val="65000"/>
                  </a:srgbClr>
                </a:solidFill>
                <a:latin typeface="华文黑体_易方达" panose="02010600040101010101" pitchFamily="2" charset="-122"/>
                <a:ea typeface="华文黑体_易方达" panose="02010600040101010101" pitchFamily="2" charset="-122"/>
              </a:rPr>
              <a:t>Arial</a:t>
            </a:r>
            <a:r>
              <a:rPr lang="zh-CN" altLang="en-US" sz="900" dirty="0" smtClean="0">
                <a:solidFill>
                  <a:srgbClr val="FFFFFF">
                    <a:lumMod val="65000"/>
                  </a:srgbClr>
                </a:solidFill>
                <a:latin typeface="华文黑体_易方达" panose="02010600040101010101" pitchFamily="2" charset="-122"/>
                <a:ea typeface="华文黑体_易方达" panose="02010600040101010101" pitchFamily="2" charset="-122"/>
              </a:rPr>
              <a:t>，颜色深蓝（R0，G80，B150）</a:t>
            </a:r>
            <a:endParaRPr lang="en-US" altLang="zh-CN" sz="900" dirty="0" smtClean="0">
              <a:solidFill>
                <a:srgbClr val="FFFFFF">
                  <a:lumMod val="65000"/>
                </a:srgbClr>
              </a:solidFill>
              <a:latin typeface="华文黑体_易方达" panose="02010600040101010101" pitchFamily="2" charset="-122"/>
              <a:ea typeface="华文黑体_易方达" panose="02010600040101010101" pitchFamily="2" charset="-122"/>
            </a:endParaRPr>
          </a:p>
          <a:p>
            <a:endParaRPr lang="en-US" altLang="zh-CN" sz="900" dirty="0" smtClean="0">
              <a:solidFill>
                <a:srgbClr val="FFFFFF">
                  <a:lumMod val="65000"/>
                </a:srgbClr>
              </a:solidFill>
              <a:latin typeface="华文黑体_易方达" panose="02010600040101010101" pitchFamily="2" charset="-122"/>
              <a:ea typeface="华文黑体_易方达" panose="02010600040101010101" pitchFamily="2" charset="-122"/>
            </a:endParaRPr>
          </a:p>
          <a:p>
            <a:r>
              <a:rPr lang="zh-CN" altLang="en-US" sz="900" dirty="0" smtClean="0">
                <a:solidFill>
                  <a:srgbClr val="FFFFFF">
                    <a:lumMod val="65000"/>
                  </a:srgbClr>
                </a:solidFill>
                <a:latin typeface="华文黑体_易方达" panose="02010600040101010101" pitchFamily="2" charset="-122"/>
                <a:ea typeface="华文黑体_易方达" panose="02010600040101010101" pitchFamily="2" charset="-122"/>
              </a:rPr>
              <a:t> 2. 表头背景颜色为亮蓝（R30，G185，B225），字体为白色加粗 </a:t>
            </a:r>
            <a:endParaRPr lang="en-US" altLang="zh-CN" sz="900" dirty="0" smtClean="0">
              <a:solidFill>
                <a:srgbClr val="FFFFFF">
                  <a:lumMod val="65000"/>
                </a:srgbClr>
              </a:solidFill>
              <a:latin typeface="华文黑体_易方达" panose="02010600040101010101" pitchFamily="2" charset="-122"/>
              <a:ea typeface="华文黑体_易方达" panose="02010600040101010101" pitchFamily="2" charset="-122"/>
            </a:endParaRPr>
          </a:p>
          <a:p>
            <a:endParaRPr lang="en-US" altLang="zh-CN" sz="900" dirty="0" smtClean="0">
              <a:solidFill>
                <a:srgbClr val="FFFFFF">
                  <a:lumMod val="65000"/>
                </a:srgbClr>
              </a:solidFill>
              <a:latin typeface="华文黑体_易方达" panose="02010600040101010101" pitchFamily="2" charset="-122"/>
              <a:ea typeface="华文黑体_易方达" panose="02010600040101010101" pitchFamily="2" charset="-122"/>
            </a:endParaRPr>
          </a:p>
          <a:p>
            <a:r>
              <a:rPr lang="zh-CN" altLang="en-US" sz="900" dirty="0" smtClean="0">
                <a:solidFill>
                  <a:srgbClr val="FFFFFF">
                    <a:lumMod val="65000"/>
                  </a:srgbClr>
                </a:solidFill>
                <a:latin typeface="华文黑体_易方达" panose="02010600040101010101" pitchFamily="2" charset="-122"/>
                <a:ea typeface="华文黑体_易方达" panose="02010600040101010101" pitchFamily="2" charset="-122"/>
              </a:rPr>
              <a:t>3. 表格内文字字体统一为</a:t>
            </a:r>
            <a:r>
              <a:rPr lang="en-US" altLang="zh-CN" sz="900" dirty="0" smtClean="0">
                <a:solidFill>
                  <a:srgbClr val="FFFFFF">
                    <a:lumMod val="65000"/>
                  </a:srgbClr>
                </a:solidFill>
                <a:latin typeface="华文黑体_易方达" panose="02010600040101010101" pitchFamily="2" charset="-122"/>
                <a:ea typeface="华文黑体_易方达" panose="02010600040101010101" pitchFamily="2" charset="-122"/>
              </a:rPr>
              <a:t>Arial</a:t>
            </a:r>
            <a:r>
              <a:rPr lang="zh-CN" altLang="en-US" sz="900" dirty="0" smtClean="0">
                <a:solidFill>
                  <a:srgbClr val="FFFFFF">
                    <a:lumMod val="65000"/>
                  </a:srgbClr>
                </a:solidFill>
                <a:latin typeface="华文黑体_易方达" panose="02010600040101010101" pitchFamily="2" charset="-122"/>
                <a:ea typeface="华文黑体_易方达" panose="02010600040101010101" pitchFamily="2" charset="-122"/>
              </a:rPr>
              <a:t>，字体颜色为灰色（R60，G60，B60） </a:t>
            </a:r>
            <a:endParaRPr lang="en-US" altLang="zh-CN" sz="900" dirty="0" smtClean="0">
              <a:solidFill>
                <a:srgbClr val="FFFFFF">
                  <a:lumMod val="65000"/>
                </a:srgbClr>
              </a:solidFill>
              <a:latin typeface="华文黑体_易方达" panose="02010600040101010101" pitchFamily="2" charset="-122"/>
              <a:ea typeface="华文黑体_易方达" panose="02010600040101010101" pitchFamily="2" charset="-122"/>
            </a:endParaRPr>
          </a:p>
          <a:p>
            <a:endParaRPr lang="en-US" altLang="zh-CN" sz="900" dirty="0" smtClean="0">
              <a:solidFill>
                <a:srgbClr val="FFFFFF">
                  <a:lumMod val="65000"/>
                </a:srgbClr>
              </a:solidFill>
              <a:latin typeface="华文黑体_易方达" panose="02010600040101010101" pitchFamily="2" charset="-122"/>
              <a:ea typeface="华文黑体_易方达" panose="02010600040101010101" pitchFamily="2" charset="-122"/>
            </a:endParaRPr>
          </a:p>
          <a:p>
            <a:r>
              <a:rPr lang="zh-CN" altLang="en-US" sz="900" dirty="0" smtClean="0">
                <a:solidFill>
                  <a:srgbClr val="FFFFFF">
                    <a:lumMod val="65000"/>
                  </a:srgbClr>
                </a:solidFill>
                <a:latin typeface="华文黑体_易方达" panose="02010600040101010101" pitchFamily="2" charset="-122"/>
                <a:ea typeface="华文黑体_易方达" panose="02010600040101010101" pitchFamily="2" charset="-122"/>
              </a:rPr>
              <a:t>4. 表格数字字体统一为Arial，字体颜色为灰色，同上 </a:t>
            </a:r>
            <a:endParaRPr lang="en-US" altLang="zh-CN" sz="900" dirty="0" smtClean="0">
              <a:solidFill>
                <a:srgbClr val="FFFFFF">
                  <a:lumMod val="65000"/>
                </a:srgbClr>
              </a:solidFill>
              <a:latin typeface="华文黑体_易方达" panose="02010600040101010101" pitchFamily="2" charset="-122"/>
              <a:ea typeface="华文黑体_易方达" panose="02010600040101010101" pitchFamily="2" charset="-122"/>
            </a:endParaRPr>
          </a:p>
          <a:p>
            <a:endParaRPr lang="en-US" altLang="zh-CN" sz="900" dirty="0" smtClean="0">
              <a:solidFill>
                <a:srgbClr val="FFFFFF">
                  <a:lumMod val="65000"/>
                </a:srgbClr>
              </a:solidFill>
              <a:latin typeface="华文黑体_易方达" panose="02010600040101010101" pitchFamily="2" charset="-122"/>
              <a:ea typeface="华文黑体_易方达" panose="02010600040101010101" pitchFamily="2" charset="-122"/>
            </a:endParaRPr>
          </a:p>
          <a:p>
            <a:r>
              <a:rPr lang="zh-CN" altLang="en-US" sz="900" dirty="0" smtClean="0">
                <a:solidFill>
                  <a:srgbClr val="FFFFFF">
                    <a:lumMod val="65000"/>
                  </a:srgbClr>
                </a:solidFill>
                <a:latin typeface="华文黑体_易方达" panose="02010600040101010101" pitchFamily="2" charset="-122"/>
                <a:ea typeface="华文黑体_易方达" panose="02010600040101010101" pitchFamily="2" charset="-122"/>
              </a:rPr>
              <a:t>5. 表格背景色为灰色（R242，G242，B242）或白色 </a:t>
            </a:r>
            <a:endParaRPr lang="en-US" altLang="zh-CN" sz="900" dirty="0" smtClean="0">
              <a:solidFill>
                <a:srgbClr val="FFFFFF">
                  <a:lumMod val="65000"/>
                </a:srgbClr>
              </a:solidFill>
              <a:latin typeface="华文黑体_易方达" panose="02010600040101010101" pitchFamily="2" charset="-122"/>
              <a:ea typeface="华文黑体_易方达" panose="02010600040101010101" pitchFamily="2" charset="-122"/>
            </a:endParaRPr>
          </a:p>
          <a:p>
            <a:endParaRPr lang="en-US" altLang="zh-CN" sz="900" dirty="0" smtClean="0">
              <a:solidFill>
                <a:srgbClr val="FFFFFF">
                  <a:lumMod val="65000"/>
                </a:srgbClr>
              </a:solidFill>
              <a:latin typeface="华文黑体_易方达" panose="02010600040101010101" pitchFamily="2" charset="-122"/>
              <a:ea typeface="华文黑体_易方达" panose="02010600040101010101" pitchFamily="2" charset="-122"/>
            </a:endParaRPr>
          </a:p>
          <a:p>
            <a:r>
              <a:rPr lang="zh-CN" altLang="en-US" sz="900" dirty="0" smtClean="0">
                <a:solidFill>
                  <a:srgbClr val="FFFFFF">
                    <a:lumMod val="65000"/>
                  </a:srgbClr>
                </a:solidFill>
                <a:latin typeface="华文黑体_易方达" panose="02010600040101010101" pitchFamily="2" charset="-122"/>
                <a:ea typeface="华文黑体_易方达" panose="02010600040101010101" pitchFamily="2" charset="-122"/>
              </a:rPr>
              <a:t>表内文字、数字等的字体大小可根据需要调整所有图表不使用边框</a:t>
            </a:r>
            <a:endParaRPr lang="zh-CN" altLang="en-US" sz="900" dirty="0">
              <a:solidFill>
                <a:srgbClr val="FFFFFF">
                  <a:lumMod val="65000"/>
                </a:srgbClr>
              </a:solidFill>
              <a:latin typeface="华文黑体_易方达" panose="02010600040101010101" pitchFamily="2" charset="-122"/>
              <a:ea typeface="华文黑体_易方达" panose="02010600040101010101" pitchFamily="2" charset="-122"/>
            </a:endParaRPr>
          </a:p>
        </p:txBody>
      </p:sp>
      <p:sp>
        <p:nvSpPr>
          <p:cNvPr id="4" name="表格占位符 3"/>
          <p:cNvSpPr>
            <a:spLocks noGrp="1"/>
          </p:cNvSpPr>
          <p:nvPr>
            <p:ph type="tbl" sz="quarter" idx="11"/>
          </p:nvPr>
        </p:nvSpPr>
        <p:spPr>
          <a:xfrm>
            <a:off x="368300" y="2743200"/>
            <a:ext cx="8412163" cy="1636713"/>
          </a:xfrm>
          <a:prstGeom prst="rect">
            <a:avLst/>
          </a:prstGeom>
        </p:spPr>
        <p:txBody>
          <a:bodyPr/>
          <a:lstStyle/>
          <a:p>
            <a:r>
              <a:rPr lang="zh-CN" altLang="en-US" smtClean="0"/>
              <a:t>单击图标添加表格</a:t>
            </a:r>
            <a:endParaRPr lang="zh-CN" altLang="en-US"/>
          </a:p>
        </p:txBody>
      </p:sp>
      <p:pic>
        <p:nvPicPr>
          <p:cNvPr id="13" name="图片 12"/>
          <p:cNvPicPr>
            <a:picLocks noChangeAspect="1"/>
          </p:cNvPicPr>
          <p:nvPr userDrawn="1"/>
        </p:nvPicPr>
        <p:blipFill>
          <a:blip r:embed="rId4">
            <a:extLst>
              <a:ext uri="{28A0092B-C50C-407E-A947-70E740481C1C}">
                <a14:useLocalDpi xmlns:a14="http://schemas.microsoft.com/office/drawing/2010/main" val="0"/>
              </a:ext>
            </a:extLst>
          </a:blip>
          <a:stretch>
            <a:fillRect/>
          </a:stretch>
        </p:blipFill>
        <p:spPr>
          <a:xfrm>
            <a:off x="7299995" y="81588"/>
            <a:ext cx="1480616" cy="629304"/>
          </a:xfrm>
          <a:prstGeom prst="rect">
            <a:avLst/>
          </a:prstGeom>
        </p:spPr>
      </p:pic>
      <p:sp>
        <p:nvSpPr>
          <p:cNvPr id="14" name="文本框 13"/>
          <p:cNvSpPr txBox="1"/>
          <p:nvPr userDrawn="1"/>
        </p:nvSpPr>
        <p:spPr>
          <a:xfrm>
            <a:off x="283240" y="4755705"/>
            <a:ext cx="2576919" cy="215444"/>
          </a:xfrm>
          <a:prstGeom prst="rect">
            <a:avLst/>
          </a:prstGeom>
          <a:noFill/>
        </p:spPr>
        <p:txBody>
          <a:bodyPr wrap="square" rtlCol="0">
            <a:spAutoFit/>
          </a:bodyPr>
          <a:lstStyle/>
          <a:p>
            <a:r>
              <a:rPr lang="en-US" altLang="zh-CN" sz="800" dirty="0" smtClean="0">
                <a:solidFill>
                  <a:srgbClr val="3C3C3C"/>
                </a:solidFill>
                <a:latin typeface="Arial"/>
                <a:ea typeface="华文黑体_易方达" panose="02010600040101010101" pitchFamily="2" charset="-122"/>
                <a:cs typeface="华文黑体" panose="02010600040101010101" pitchFamily="2" charset="-122"/>
              </a:rPr>
              <a:t>E Fund Management Co., Ltd.</a:t>
            </a:r>
            <a:endParaRPr lang="zh-CN" altLang="en-US" sz="800" dirty="0" smtClean="0">
              <a:solidFill>
                <a:srgbClr val="3C3C3C"/>
              </a:solidFill>
              <a:latin typeface="Arial"/>
              <a:ea typeface="华文黑体_易方达" panose="02010600040101010101" pitchFamily="2" charset="-122"/>
              <a:cs typeface="华文黑体" panose="02010600040101010101" pitchFamily="2" charset="-122"/>
            </a:endParaRPr>
          </a:p>
        </p:txBody>
      </p:sp>
      <p:sp>
        <p:nvSpPr>
          <p:cNvPr id="12" name="文本框 11"/>
          <p:cNvSpPr txBox="1"/>
          <p:nvPr userDrawn="1"/>
        </p:nvSpPr>
        <p:spPr>
          <a:xfrm>
            <a:off x="4054887" y="4755072"/>
            <a:ext cx="2576919" cy="215444"/>
          </a:xfrm>
          <a:prstGeom prst="rect">
            <a:avLst/>
          </a:prstGeom>
          <a:noFill/>
        </p:spPr>
        <p:txBody>
          <a:bodyPr wrap="square" rtlCol="0">
            <a:spAutoFit/>
          </a:bodyPr>
          <a:lstStyle/>
          <a:p>
            <a:r>
              <a:rPr lang="en-US" altLang="zh-CN" sz="800" dirty="0" smtClean="0">
                <a:solidFill>
                  <a:srgbClr val="3C3C3C"/>
                </a:solidFill>
                <a:latin typeface="Arial" panose="020B0604020202020204" pitchFamily="34" charset="0"/>
                <a:ea typeface="华文黑体_易方达" panose="02010600040101010101" pitchFamily="2" charset="-122"/>
                <a:cs typeface="Arial" panose="020B0604020202020204" pitchFamily="34" charset="0"/>
              </a:rPr>
              <a:t>For Internal Use Only</a:t>
            </a:r>
            <a:endParaRPr lang="zh-CN" altLang="en-US" sz="800" dirty="0" smtClean="0">
              <a:solidFill>
                <a:srgbClr val="3C3C3C"/>
              </a:solidFill>
              <a:latin typeface="Arial" panose="020B0604020202020204" pitchFamily="34" charset="0"/>
              <a:ea typeface="华文黑体_易方达" panose="02010600040101010101" pitchFamily="2" charset="-122"/>
              <a:cs typeface="Arial" panose="020B0604020202020204" pitchFamily="34" charset="0"/>
            </a:endParaRPr>
          </a:p>
        </p:txBody>
      </p:sp>
    </p:spTree>
    <p:extLst>
      <p:ext uri="{BB962C8B-B14F-4D97-AF65-F5344CB8AC3E}">
        <p14:creationId xmlns:p14="http://schemas.microsoft.com/office/powerpoint/2010/main" val="75033267"/>
      </p:ext>
    </p:extLst>
  </p:cSld>
  <p:clrMapOvr>
    <a:masterClrMapping/>
  </p:clrMapOvr>
  <p:timing>
    <p:tnLst>
      <p:par>
        <p:cTn id="1" dur="indefinite" restart="never" nodeType="tmRoot"/>
      </p:par>
    </p:tnLst>
  </p:timing>
</p:sldLayout>
</file>

<file path=ppt/slideLayouts/slideLayout20.xml><?xml version="1.0" encoding="utf-8"?>
<p:sldLayout xmlns:a="http://schemas.openxmlformats.org/drawingml/2006/main" xmlns:r="http://schemas.openxmlformats.org/officeDocument/2006/relationships" xmlns:p="http://schemas.openxmlformats.org/presentationml/2006/main" preserve="1" userDrawn="1">
  <p:cSld name="3_结尾页">
    <p:spTree>
      <p:nvGrpSpPr>
        <p:cNvPr id="1" name=""/>
        <p:cNvGrpSpPr/>
        <p:nvPr/>
      </p:nvGrpSpPr>
      <p:grpSpPr>
        <a:xfrm>
          <a:off x="0" y="0"/>
          <a:ext cx="0" cy="0"/>
          <a:chOff x="0" y="0"/>
          <a:chExt cx="0" cy="0"/>
        </a:xfrm>
      </p:grpSpPr>
      <p:pic>
        <p:nvPicPr>
          <p:cNvPr id="5" name="Picture 4" descr="Bar_1.png"/>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0" y="4355783"/>
            <a:ext cx="9144000" cy="792480"/>
          </a:xfrm>
          <a:prstGeom prst="rect">
            <a:avLst/>
          </a:prstGeom>
        </p:spPr>
      </p:pic>
      <p:sp>
        <p:nvSpPr>
          <p:cNvPr id="14" name="Rectangle 22"/>
          <p:cNvSpPr>
            <a:spLocks noGrp="1" noChangeAspect="1" noChangeArrowheads="1"/>
          </p:cNvSpPr>
          <p:nvPr>
            <p:ph idx="10" hasCustomPrompt="1"/>
          </p:nvPr>
        </p:nvSpPr>
        <p:spPr bwMode="auto">
          <a:xfrm>
            <a:off x="349052" y="1188517"/>
            <a:ext cx="4857750" cy="2087746"/>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 uri="{FAA26D3D-D897-4be2-8F04-BA451C77F1D7}">
              <ma14:placeholderFlag xmlns="" xmlns:ma14="http://schemas.microsoft.com/office/mac/drawingml/2011/main" val="1"/>
            </a:ext>
          </a:extLst>
        </p:spPr>
        <p:txBody>
          <a:bodyPr vert="horz" wrap="square" lIns="0" tIns="0" rIns="0" bIns="0" numCol="1" anchor="t" anchorCtr="0" compatLnSpc="1">
            <a:prstTxWarp prst="textNoShape">
              <a:avLst/>
            </a:prstTxWarp>
          </a:bodyPr>
          <a:lstStyle>
            <a:lvl1pPr marL="0" indent="0" algn="l">
              <a:lnSpc>
                <a:spcPct val="100000"/>
              </a:lnSpc>
              <a:buFontTx/>
              <a:buNone/>
              <a:defRPr lang="zh-CN" altLang="en-US" sz="4500" b="1" i="0" kern="1200" dirty="0" smtClean="0">
                <a:solidFill>
                  <a:srgbClr val="005096"/>
                </a:solidFill>
                <a:latin typeface="+mn-lt"/>
                <a:ea typeface="华文黑体_易方达" panose="02010600040101010101" pitchFamily="2" charset="-122"/>
                <a:cs typeface="华文黑体" panose="02010600040101010101" pitchFamily="2" charset="-122"/>
              </a:defRPr>
            </a:lvl1pPr>
            <a:lvl2pPr algn="l">
              <a:lnSpc>
                <a:spcPts val="2400"/>
              </a:lnSpc>
              <a:buFontTx/>
              <a:buNone/>
              <a:defRPr sz="1500" baseline="0">
                <a:solidFill>
                  <a:schemeClr val="bg1"/>
                </a:solidFill>
                <a:latin typeface="Arial"/>
              </a:defRPr>
            </a:lvl2pPr>
            <a:lvl3pPr>
              <a:buFontTx/>
              <a:buNone/>
              <a:defRPr/>
            </a:lvl3pPr>
            <a:lvl4pPr>
              <a:buFontTx/>
              <a:buNone/>
              <a:defRPr/>
            </a:lvl4pPr>
            <a:lvl5pPr>
              <a:buFontTx/>
              <a:buNone/>
              <a:defRPr/>
            </a:lvl5pPr>
          </a:lstStyle>
          <a:p>
            <a:pPr lvl="0"/>
            <a:r>
              <a:rPr lang="en-US" altLang="zh-CN" dirty="0" smtClean="0"/>
              <a:t>Thank You</a:t>
            </a:r>
            <a:br>
              <a:rPr lang="en-US" altLang="zh-CN" dirty="0" smtClean="0"/>
            </a:br>
            <a:endParaRPr lang="en-US" dirty="0" smtClean="0"/>
          </a:p>
        </p:txBody>
      </p:sp>
      <p:sp>
        <p:nvSpPr>
          <p:cNvPr id="8" name="Rectangle 22"/>
          <p:cNvSpPr>
            <a:spLocks noGrp="1" noChangeAspect="1" noChangeArrowheads="1"/>
          </p:cNvSpPr>
          <p:nvPr>
            <p:ph idx="4294967295"/>
          </p:nvPr>
        </p:nvSpPr>
        <p:spPr bwMode="auto">
          <a:xfrm>
            <a:off x="3540648" y="3518916"/>
            <a:ext cx="5239963" cy="443373"/>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 uri="{FAA26D3D-D897-4be2-8F04-BA451C77F1D7}">
              <ma14:placeholderFlag xmlns="" xmlns:ma14="http://schemas.microsoft.com/office/mac/drawingml/2011/main" val="1"/>
            </a:ext>
          </a:extLst>
        </p:spPr>
        <p:txBody>
          <a:bodyPr vert="horz" wrap="square" lIns="0" tIns="0" rIns="0" bIns="0" numCol="1" anchor="t" anchorCtr="0" compatLnSpc="1">
            <a:prstTxWarp prst="textNoShape">
              <a:avLst/>
            </a:prstTxWarp>
          </a:bodyPr>
          <a:lstStyle>
            <a:lvl1pPr marL="0" marR="0" indent="0" algn="l" defTabSz="914400" rtl="0" eaLnBrk="1" fontAlgn="base" latinLnBrk="0" hangingPunct="1">
              <a:lnSpc>
                <a:spcPts val="950"/>
              </a:lnSpc>
              <a:spcBef>
                <a:spcPts val="0"/>
              </a:spcBef>
              <a:spcAft>
                <a:spcPct val="0"/>
              </a:spcAft>
              <a:buClrTx/>
              <a:buSzTx/>
              <a:buFontTx/>
              <a:buNone/>
              <a:tabLst/>
              <a:defRPr sz="800" b="0" baseline="0">
                <a:solidFill>
                  <a:schemeClr val="bg1"/>
                </a:solidFill>
                <a:latin typeface="华文黑体"/>
                <a:ea typeface="华文黑体"/>
              </a:defRPr>
            </a:lvl1pPr>
            <a:lvl2pPr algn="l">
              <a:lnSpc>
                <a:spcPts val="2400"/>
              </a:lnSpc>
              <a:buFontTx/>
              <a:buNone/>
              <a:defRPr sz="1500" baseline="0">
                <a:solidFill>
                  <a:schemeClr val="bg1"/>
                </a:solidFill>
                <a:latin typeface="Arial"/>
              </a:defRPr>
            </a:lvl2pPr>
            <a:lvl3pPr>
              <a:buFontTx/>
              <a:buNone/>
              <a:defRPr/>
            </a:lvl3pPr>
            <a:lvl4pPr>
              <a:buFontTx/>
              <a:buNone/>
              <a:defRPr/>
            </a:lvl4pPr>
            <a:lvl5pPr>
              <a:buFontTx/>
              <a:buNone/>
              <a:defRPr/>
            </a:lvl5pPr>
          </a:lstStyle>
          <a:p>
            <a:pPr lvl="0">
              <a:lnSpc>
                <a:spcPct val="150000"/>
              </a:lnSpc>
            </a:pPr>
            <a:r>
              <a:rPr lang="zh-CN" altLang="en-US" sz="1000" b="1" smtClean="0">
                <a:latin typeface="黑体" panose="02010609060101010101" pitchFamily="49" charset="-122"/>
                <a:ea typeface="黑体" panose="02010609060101010101" pitchFamily="49" charset="-122"/>
              </a:rPr>
              <a:t>编辑母版文本样式</a:t>
            </a:r>
          </a:p>
        </p:txBody>
      </p:sp>
      <p:sp>
        <p:nvSpPr>
          <p:cNvPr id="2" name="矩形 1"/>
          <p:cNvSpPr/>
          <p:nvPr userDrawn="1"/>
        </p:nvSpPr>
        <p:spPr>
          <a:xfrm>
            <a:off x="-1361975" y="1217392"/>
            <a:ext cx="1284973" cy="2446824"/>
          </a:xfrm>
          <a:prstGeom prst="rect">
            <a:avLst/>
          </a:prstGeom>
        </p:spPr>
        <p:txBody>
          <a:bodyPr wrap="square">
            <a:spAutoFit/>
          </a:bodyPr>
          <a:lstStyle/>
          <a:p>
            <a:r>
              <a:rPr lang="zh-CN" altLang="en-US" sz="900" dirty="0" smtClean="0">
                <a:solidFill>
                  <a:srgbClr val="FFFFFF">
                    <a:lumMod val="65000"/>
                  </a:srgbClr>
                </a:solidFill>
                <a:latin typeface="华文黑体_易方达" panose="02010600040101010101" pitchFamily="2" charset="-122"/>
                <a:ea typeface="华文黑体_易方达" panose="02010600040101010101" pitchFamily="2" charset="-122"/>
              </a:rPr>
              <a:t>1. 答谢词字体：</a:t>
            </a:r>
            <a:r>
              <a:rPr lang="en-US" altLang="zh-CN" sz="900" dirty="0" smtClean="0">
                <a:solidFill>
                  <a:srgbClr val="FFFFFF">
                    <a:lumMod val="65000"/>
                  </a:srgbClr>
                </a:solidFill>
                <a:latin typeface="华文黑体_易方达" panose="02010600040101010101" pitchFamily="2" charset="-122"/>
                <a:ea typeface="华文黑体_易方达" panose="02010600040101010101" pitchFamily="2" charset="-122"/>
              </a:rPr>
              <a:t>Arial</a:t>
            </a:r>
            <a:r>
              <a:rPr lang="zh-CN" altLang="en-US" sz="900" dirty="0" smtClean="0">
                <a:solidFill>
                  <a:srgbClr val="FFFFFF">
                    <a:lumMod val="65000"/>
                  </a:srgbClr>
                </a:solidFill>
                <a:latin typeface="华文黑体_易方达" panose="02010600040101010101" pitchFamily="2" charset="-122"/>
                <a:ea typeface="华文黑体_易方达" panose="02010600040101010101" pitchFamily="2" charset="-122"/>
              </a:rPr>
              <a:t>，45号，加粗，答谢词内容可根据实际需要修改 </a:t>
            </a:r>
            <a:endParaRPr lang="en-US" altLang="zh-CN" sz="900" dirty="0" smtClean="0">
              <a:solidFill>
                <a:srgbClr val="FFFFFF">
                  <a:lumMod val="65000"/>
                </a:srgbClr>
              </a:solidFill>
              <a:latin typeface="华文黑体_易方达" panose="02010600040101010101" pitchFamily="2" charset="-122"/>
              <a:ea typeface="华文黑体_易方达" panose="02010600040101010101" pitchFamily="2" charset="-122"/>
            </a:endParaRPr>
          </a:p>
          <a:p>
            <a:endParaRPr lang="en-US" altLang="zh-CN" sz="900" dirty="0" smtClean="0">
              <a:solidFill>
                <a:srgbClr val="FFFFFF">
                  <a:lumMod val="65000"/>
                </a:srgbClr>
              </a:solidFill>
              <a:latin typeface="华文黑体_易方达" panose="02010600040101010101" pitchFamily="2" charset="-122"/>
              <a:ea typeface="华文黑体_易方达" panose="02010600040101010101" pitchFamily="2" charset="-122"/>
            </a:endParaRPr>
          </a:p>
          <a:p>
            <a:r>
              <a:rPr lang="zh-CN" altLang="en-US" sz="900" dirty="0" smtClean="0">
                <a:solidFill>
                  <a:srgbClr val="FFFFFF">
                    <a:lumMod val="65000"/>
                  </a:srgbClr>
                </a:solidFill>
                <a:latin typeface="华文黑体_易方达" panose="02010600040101010101" pitchFamily="2" charset="-122"/>
                <a:ea typeface="华文黑体_易方达" panose="02010600040101010101" pitchFamily="2" charset="-122"/>
              </a:rPr>
              <a:t>2. 公司信息：Arial，11号，公司名称、处所等相关信息可根据具体需要修改</a:t>
            </a:r>
          </a:p>
          <a:p>
            <a:endParaRPr lang="en-US" altLang="zh-CN" sz="900" dirty="0" smtClean="0">
              <a:solidFill>
                <a:srgbClr val="FFFFFF">
                  <a:lumMod val="65000"/>
                </a:srgbClr>
              </a:solidFill>
              <a:latin typeface="华文黑体_易方达" panose="02010600040101010101" pitchFamily="2" charset="-122"/>
              <a:ea typeface="华文黑体_易方达" panose="02010600040101010101" pitchFamily="2" charset="-122"/>
            </a:endParaRPr>
          </a:p>
          <a:p>
            <a:endParaRPr lang="en-US" altLang="zh-CN" sz="900" dirty="0" smtClean="0">
              <a:solidFill>
                <a:srgbClr val="FFFFFF">
                  <a:lumMod val="65000"/>
                </a:srgbClr>
              </a:solidFill>
              <a:latin typeface="华文黑体_易方达" panose="02010600040101010101" pitchFamily="2" charset="-122"/>
              <a:ea typeface="华文黑体_易方达" panose="02010600040101010101" pitchFamily="2" charset="-122"/>
            </a:endParaRPr>
          </a:p>
          <a:p>
            <a:endParaRPr lang="en-US" altLang="zh-CN" sz="900" dirty="0" smtClean="0">
              <a:solidFill>
                <a:srgbClr val="FFFFFF">
                  <a:lumMod val="65000"/>
                </a:srgbClr>
              </a:solidFill>
              <a:latin typeface="华文黑体_易方达" panose="02010600040101010101" pitchFamily="2" charset="-122"/>
              <a:ea typeface="华文黑体_易方达" panose="02010600040101010101" pitchFamily="2" charset="-122"/>
            </a:endParaRPr>
          </a:p>
          <a:p>
            <a:endParaRPr lang="en-US" altLang="zh-CN" sz="900" dirty="0" smtClean="0">
              <a:solidFill>
                <a:srgbClr val="FFFFFF">
                  <a:lumMod val="65000"/>
                </a:srgbClr>
              </a:solidFill>
              <a:latin typeface="华文黑体_易方达" panose="02010600040101010101" pitchFamily="2" charset="-122"/>
              <a:ea typeface="华文黑体_易方达" panose="02010600040101010101" pitchFamily="2" charset="-122"/>
            </a:endParaRPr>
          </a:p>
          <a:p>
            <a:r>
              <a:rPr lang="zh-CN" altLang="en-US" sz="900" dirty="0" smtClean="0">
                <a:solidFill>
                  <a:srgbClr val="FFFFFF">
                    <a:lumMod val="65000"/>
                  </a:srgbClr>
                </a:solidFill>
                <a:latin typeface="华文黑体_易方达" panose="02010600040101010101" pitchFamily="2" charset="-122"/>
                <a:ea typeface="华文黑体_易方达" panose="02010600040101010101" pitchFamily="2" charset="-122"/>
              </a:rPr>
              <a:t>• 封底页不得擅自添加任何图片 </a:t>
            </a:r>
            <a:endParaRPr lang="en-US" altLang="zh-CN" sz="900" dirty="0" smtClean="0">
              <a:solidFill>
                <a:srgbClr val="FFFFFF">
                  <a:lumMod val="65000"/>
                </a:srgbClr>
              </a:solidFill>
              <a:latin typeface="华文黑体_易方达" panose="02010600040101010101" pitchFamily="2" charset="-122"/>
              <a:ea typeface="华文黑体_易方达" panose="02010600040101010101" pitchFamily="2" charset="-122"/>
            </a:endParaRPr>
          </a:p>
          <a:p>
            <a:r>
              <a:rPr lang="zh-CN" altLang="en-US" sz="900" dirty="0" smtClean="0">
                <a:solidFill>
                  <a:srgbClr val="FFFFFF">
                    <a:lumMod val="65000"/>
                  </a:srgbClr>
                </a:solidFill>
                <a:latin typeface="华文黑体_易方达" panose="02010600040101010101" pitchFamily="2" charset="-122"/>
                <a:ea typeface="华文黑体_易方达" panose="02010600040101010101" pitchFamily="2" charset="-122"/>
              </a:rPr>
              <a:t>• 文字、颜色、位置等不得擅自变</a:t>
            </a:r>
            <a:endParaRPr lang="zh-CN" altLang="en-US" sz="900" dirty="0">
              <a:solidFill>
                <a:srgbClr val="FFFFFF">
                  <a:lumMod val="65000"/>
                </a:srgbClr>
              </a:solidFill>
              <a:latin typeface="华文黑体_易方达" panose="02010600040101010101" pitchFamily="2" charset="-122"/>
              <a:ea typeface="华文黑体_易方达" panose="02010600040101010101" pitchFamily="2" charset="-122"/>
            </a:endParaRPr>
          </a:p>
        </p:txBody>
      </p:sp>
      <p:pic>
        <p:nvPicPr>
          <p:cNvPr id="7" name="图片 6"/>
          <p:cNvPicPr>
            <a:picLocks noChangeAspect="1"/>
          </p:cNvPicPr>
          <p:nvPr userDrawn="1"/>
        </p:nvPicPr>
        <p:blipFill>
          <a:blip r:embed="rId3">
            <a:extLst>
              <a:ext uri="{28A0092B-C50C-407E-A947-70E740481C1C}">
                <a14:useLocalDpi xmlns:a14="http://schemas.microsoft.com/office/drawing/2010/main" val="0"/>
              </a:ext>
            </a:extLst>
          </a:blip>
          <a:stretch>
            <a:fillRect/>
          </a:stretch>
        </p:blipFill>
        <p:spPr>
          <a:xfrm>
            <a:off x="7253163" y="4443086"/>
            <a:ext cx="1480616" cy="629304"/>
          </a:xfrm>
          <a:prstGeom prst="rect">
            <a:avLst/>
          </a:prstGeom>
        </p:spPr>
      </p:pic>
    </p:spTree>
    <p:extLst>
      <p:ext uri="{BB962C8B-B14F-4D97-AF65-F5344CB8AC3E}">
        <p14:creationId xmlns:p14="http://schemas.microsoft.com/office/powerpoint/2010/main" val="1365279529"/>
      </p:ext>
    </p:extLst>
  </p:cSld>
  <p:clrMapOvr>
    <a:masterClrMapping/>
  </p:clrMapOvr>
  <p:timing>
    <p:tnLst>
      <p:par>
        <p:cTn id="1" dur="indefinite" restart="never" nodeType="tmRoot"/>
      </p:par>
    </p:tnLst>
  </p:timing>
</p:sldLayout>
</file>

<file path=ppt/slideLayouts/slideLayout21.xml><?xml version="1.0" encoding="utf-8"?>
<p:sldLayout xmlns:a="http://schemas.openxmlformats.org/drawingml/2006/main" xmlns:r="http://schemas.openxmlformats.org/officeDocument/2006/relationships" xmlns:p="http://schemas.openxmlformats.org/presentationml/2006/main" userDrawn="1">
  <p:cSld name="2_标题和内容">
    <p:spTree>
      <p:nvGrpSpPr>
        <p:cNvPr id="1" name=""/>
        <p:cNvGrpSpPr/>
        <p:nvPr/>
      </p:nvGrpSpPr>
      <p:grpSpPr>
        <a:xfrm>
          <a:off x="0" y="0"/>
          <a:ext cx="0" cy="0"/>
          <a:chOff x="0" y="0"/>
          <a:chExt cx="0" cy="0"/>
        </a:xfrm>
      </p:grpSpPr>
      <p:pic>
        <p:nvPicPr>
          <p:cNvPr id="10" name="Picture 9" descr="Bar_1.png"/>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0" y="0"/>
            <a:ext cx="9144000" cy="792480"/>
          </a:xfrm>
          <a:prstGeom prst="rect">
            <a:avLst/>
          </a:prstGeom>
        </p:spPr>
      </p:pic>
      <p:sp>
        <p:nvSpPr>
          <p:cNvPr id="17" name="Rectangle 21"/>
          <p:cNvSpPr>
            <a:spLocks noGrp="1" noChangeArrowheads="1"/>
          </p:cNvSpPr>
          <p:nvPr>
            <p:ph type="title" hasCustomPrompt="1"/>
          </p:nvPr>
        </p:nvSpPr>
        <p:spPr bwMode="auto">
          <a:xfrm>
            <a:off x="363151" y="211632"/>
            <a:ext cx="3946375" cy="268047"/>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 uri="{FAA26D3D-D897-4be2-8F04-BA451C77F1D7}">
              <ma14:placeholderFlag xmlns:ma14="http://schemas.microsoft.com/office/mac/drawingml/2011/main" xmlns="" val="1"/>
            </a:ext>
          </a:extLst>
        </p:spPr>
        <p:txBody>
          <a:bodyPr vert="horz" wrap="square" lIns="0" tIns="0" rIns="0" bIns="45720" numCol="1" anchor="t" anchorCtr="0" compatLnSpc="1">
            <a:prstTxWarp prst="textNoShape">
              <a:avLst/>
            </a:prstTxWarp>
          </a:bodyPr>
          <a:lstStyle>
            <a:lvl1pPr marL="0" marR="0" indent="0" algn="l" defTabSz="914400" rtl="0" eaLnBrk="1" fontAlgn="base" latinLnBrk="0" hangingPunct="1">
              <a:lnSpc>
                <a:spcPct val="100000"/>
              </a:lnSpc>
              <a:spcBef>
                <a:spcPct val="0"/>
              </a:spcBef>
              <a:spcAft>
                <a:spcPct val="0"/>
              </a:spcAft>
              <a:buClrTx/>
              <a:buSzTx/>
              <a:buFontTx/>
              <a:buNone/>
              <a:tabLst/>
              <a:defRPr sz="2300">
                <a:solidFill>
                  <a:schemeClr val="bg1"/>
                </a:solidFill>
                <a:latin typeface="+mj-lt"/>
                <a:ea typeface="华文黑体_易方达" panose="02010600040101010101" pitchFamily="2" charset="-122"/>
              </a:defRPr>
            </a:lvl1pPr>
          </a:lstStyle>
          <a:p>
            <a:pPr lvl="0"/>
            <a:r>
              <a:rPr lang="en-US" altLang="zh-CN" dirty="0" smtClean="0"/>
              <a:t>Click to add title</a:t>
            </a:r>
            <a:endParaRPr lang="en-US" dirty="0" smtClean="0"/>
          </a:p>
        </p:txBody>
      </p:sp>
      <p:sp>
        <p:nvSpPr>
          <p:cNvPr id="33" name="Rectangle 22"/>
          <p:cNvSpPr>
            <a:spLocks noGrp="1" noChangeAspect="1" noChangeArrowheads="1"/>
          </p:cNvSpPr>
          <p:nvPr>
            <p:ph idx="10" hasCustomPrompt="1"/>
          </p:nvPr>
        </p:nvSpPr>
        <p:spPr bwMode="auto">
          <a:xfrm>
            <a:off x="360363" y="1296527"/>
            <a:ext cx="8030104" cy="2479218"/>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 uri="{FAA26D3D-D897-4be2-8F04-BA451C77F1D7}">
              <ma14:placeholderFlag xmlns:ma14="http://schemas.microsoft.com/office/mac/drawingml/2011/main" xmlns="" val="1"/>
            </a:ext>
          </a:extLst>
        </p:spPr>
        <p:txBody>
          <a:bodyPr vert="horz" wrap="square" lIns="0" tIns="0" rIns="0" bIns="0" numCol="1" anchor="t" anchorCtr="0" compatLnSpc="1">
            <a:prstTxWarp prst="textNoShape">
              <a:avLst/>
            </a:prstTxWarp>
          </a:bodyPr>
          <a:lstStyle>
            <a:lvl1pPr marL="0" marR="0" indent="0" algn="l" defTabSz="914400" rtl="0" eaLnBrk="1" fontAlgn="base" latinLnBrk="0" hangingPunct="1">
              <a:lnSpc>
                <a:spcPts val="1800"/>
              </a:lnSpc>
              <a:spcBef>
                <a:spcPts val="0"/>
              </a:spcBef>
              <a:spcAft>
                <a:spcPct val="0"/>
              </a:spcAft>
              <a:buClrTx/>
              <a:buSzTx/>
              <a:buFontTx/>
              <a:buNone/>
              <a:tabLst/>
              <a:defRPr sz="1500" b="0" baseline="0">
                <a:solidFill>
                  <a:srgbClr val="005096"/>
                </a:solidFill>
                <a:latin typeface="+mn-lt"/>
                <a:ea typeface="华文黑体_易方达" panose="02010600040101010101" pitchFamily="2" charset="-122"/>
              </a:defRPr>
            </a:lvl1pPr>
            <a:lvl2pPr algn="l">
              <a:lnSpc>
                <a:spcPts val="2400"/>
              </a:lnSpc>
              <a:buFontTx/>
              <a:buNone/>
              <a:defRPr sz="1500" baseline="0">
                <a:solidFill>
                  <a:schemeClr val="bg1"/>
                </a:solidFill>
                <a:latin typeface="Arial"/>
              </a:defRPr>
            </a:lvl2pPr>
            <a:lvl3pPr>
              <a:buFontTx/>
              <a:buNone/>
              <a:defRPr/>
            </a:lvl3pPr>
            <a:lvl4pPr>
              <a:buFontTx/>
              <a:buNone/>
              <a:defRPr/>
            </a:lvl4pPr>
            <a:lvl5pPr>
              <a:buFontTx/>
              <a:buNone/>
              <a:defRPr/>
            </a:lvl5pPr>
          </a:lstStyle>
          <a:p>
            <a:pPr lvl="0"/>
            <a:r>
              <a:rPr lang="en-US" altLang="zh-CN" dirty="0" smtClean="0"/>
              <a:t>Click to add title</a:t>
            </a:r>
            <a:endParaRPr lang="en-US" dirty="0" smtClean="0"/>
          </a:p>
        </p:txBody>
      </p:sp>
      <p:sp>
        <p:nvSpPr>
          <p:cNvPr id="16" name="Slide Number Placeholder 5"/>
          <p:cNvSpPr txBox="1">
            <a:spLocks/>
          </p:cNvSpPr>
          <p:nvPr userDrawn="1"/>
        </p:nvSpPr>
        <p:spPr bwMode="auto">
          <a:xfrm>
            <a:off x="8359020" y="4791886"/>
            <a:ext cx="448205" cy="141816"/>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lIns="0" tIns="0" rIns="0" bIns="0"/>
          <a:lstStyle>
            <a:lvl1pPr eaLnBrk="0" hangingPunct="0">
              <a:defRPr sz="2400">
                <a:solidFill>
                  <a:schemeClr val="tx1"/>
                </a:solidFill>
                <a:latin typeface="Arial" charset="0"/>
                <a:ea typeface="ＭＳ Ｐゴシック" charset="0"/>
                <a:cs typeface="ＭＳ Ｐゴシック" charset="0"/>
              </a:defRPr>
            </a:lvl1pPr>
            <a:lvl2pPr marL="742950" indent="-285750" eaLnBrk="0" hangingPunct="0">
              <a:defRPr sz="2400">
                <a:solidFill>
                  <a:schemeClr val="tx1"/>
                </a:solidFill>
                <a:latin typeface="Arial" charset="0"/>
                <a:ea typeface="ＭＳ Ｐゴシック" charset="0"/>
              </a:defRPr>
            </a:lvl2pPr>
            <a:lvl3pPr marL="1143000" indent="-228600" eaLnBrk="0" hangingPunct="0">
              <a:defRPr sz="2400">
                <a:solidFill>
                  <a:schemeClr val="tx1"/>
                </a:solidFill>
                <a:latin typeface="Arial" charset="0"/>
                <a:ea typeface="ＭＳ Ｐゴシック" charset="0"/>
              </a:defRPr>
            </a:lvl3pPr>
            <a:lvl4pPr marL="1600200" indent="-228600" eaLnBrk="0" hangingPunct="0">
              <a:defRPr sz="2400">
                <a:solidFill>
                  <a:schemeClr val="tx1"/>
                </a:solidFill>
                <a:latin typeface="Arial" charset="0"/>
                <a:ea typeface="ＭＳ Ｐゴシック" charset="0"/>
              </a:defRPr>
            </a:lvl4pPr>
            <a:lvl5pPr marL="2057400" indent="-228600" eaLnBrk="0" hangingPunct="0">
              <a:defRPr sz="2400">
                <a:solidFill>
                  <a:schemeClr val="tx1"/>
                </a:solidFill>
                <a:latin typeface="Arial" charset="0"/>
                <a:ea typeface="ＭＳ Ｐゴシック" charset="0"/>
              </a:defRPr>
            </a:lvl5pPr>
            <a:lvl6pPr marL="2514600" indent="-228600" eaLnBrk="0" fontAlgn="base" hangingPunct="0">
              <a:spcBef>
                <a:spcPct val="0"/>
              </a:spcBef>
              <a:spcAft>
                <a:spcPct val="0"/>
              </a:spcAft>
              <a:defRPr sz="2400">
                <a:solidFill>
                  <a:schemeClr val="tx1"/>
                </a:solidFill>
                <a:latin typeface="Arial" charset="0"/>
                <a:ea typeface="ＭＳ Ｐゴシック" charset="0"/>
              </a:defRPr>
            </a:lvl6pPr>
            <a:lvl7pPr marL="2971800" indent="-228600" eaLnBrk="0" fontAlgn="base" hangingPunct="0">
              <a:spcBef>
                <a:spcPct val="0"/>
              </a:spcBef>
              <a:spcAft>
                <a:spcPct val="0"/>
              </a:spcAft>
              <a:defRPr sz="2400">
                <a:solidFill>
                  <a:schemeClr val="tx1"/>
                </a:solidFill>
                <a:latin typeface="Arial" charset="0"/>
                <a:ea typeface="ＭＳ Ｐゴシック" charset="0"/>
              </a:defRPr>
            </a:lvl7pPr>
            <a:lvl8pPr marL="3429000" indent="-228600" eaLnBrk="0" fontAlgn="base" hangingPunct="0">
              <a:spcBef>
                <a:spcPct val="0"/>
              </a:spcBef>
              <a:spcAft>
                <a:spcPct val="0"/>
              </a:spcAft>
              <a:defRPr sz="2400">
                <a:solidFill>
                  <a:schemeClr val="tx1"/>
                </a:solidFill>
                <a:latin typeface="Arial" charset="0"/>
                <a:ea typeface="ＭＳ Ｐゴシック" charset="0"/>
              </a:defRPr>
            </a:lvl8pPr>
            <a:lvl9pPr marL="3886200" indent="-228600" eaLnBrk="0" fontAlgn="base" hangingPunct="0">
              <a:spcBef>
                <a:spcPct val="0"/>
              </a:spcBef>
              <a:spcAft>
                <a:spcPct val="0"/>
              </a:spcAft>
              <a:defRPr sz="2400">
                <a:solidFill>
                  <a:schemeClr val="tx1"/>
                </a:solidFill>
                <a:latin typeface="Arial" charset="0"/>
                <a:ea typeface="ＭＳ Ｐゴシック" charset="0"/>
              </a:defRPr>
            </a:lvl9pPr>
          </a:lstStyle>
          <a:p>
            <a:pPr algn="r"/>
            <a:fld id="{BDAEED39-8CE5-E849-8BB2-D2203B6D9153}" type="slidenum">
              <a:rPr lang="en-US" altLang="zh-CN" sz="800" smtClean="0">
                <a:solidFill>
                  <a:srgbClr val="505050"/>
                </a:solidFill>
                <a:latin typeface="Arial"/>
                <a:ea typeface="黑体" pitchFamily="49" charset="-122"/>
                <a:cs typeface="Arial"/>
              </a:rPr>
              <a:pPr algn="r"/>
              <a:t>‹#›</a:t>
            </a:fld>
            <a:endParaRPr lang="en-US" altLang="zh-CN" sz="800" dirty="0">
              <a:solidFill>
                <a:srgbClr val="505050"/>
              </a:solidFill>
              <a:latin typeface="Arial"/>
              <a:ea typeface="黑体" pitchFamily="49" charset="-122"/>
              <a:cs typeface="Arial"/>
            </a:endParaRPr>
          </a:p>
          <a:p>
            <a:pPr algn="r"/>
            <a:endParaRPr lang="en-US" altLang="zh-CN" sz="800" dirty="0">
              <a:solidFill>
                <a:srgbClr val="505050"/>
              </a:solidFill>
              <a:latin typeface="Arial"/>
              <a:ea typeface="黑体" pitchFamily="49" charset="-122"/>
              <a:cs typeface="Arial"/>
            </a:endParaRPr>
          </a:p>
        </p:txBody>
      </p:sp>
      <p:pic>
        <p:nvPicPr>
          <p:cNvPr id="6" name="Picture 5" descr="Line.png"/>
          <p:cNvPicPr>
            <a:picLocks noChangeAspect="1"/>
          </p:cNvPicPr>
          <p:nvPr userDrawn="1"/>
        </p:nvPicPr>
        <p:blipFill>
          <a:blip r:embed="rId3">
            <a:extLst>
              <a:ext uri="{28A0092B-C50C-407E-A947-70E740481C1C}">
                <a14:useLocalDpi xmlns:a14="http://schemas.microsoft.com/office/drawing/2010/main" val="0"/>
              </a:ext>
            </a:extLst>
          </a:blip>
          <a:stretch>
            <a:fillRect/>
          </a:stretch>
        </p:blipFill>
        <p:spPr>
          <a:xfrm>
            <a:off x="368300" y="4729417"/>
            <a:ext cx="8424672" cy="6096"/>
          </a:xfrm>
          <a:prstGeom prst="rect">
            <a:avLst/>
          </a:prstGeom>
          <a:ln>
            <a:solidFill>
              <a:schemeClr val="bg1">
                <a:lumMod val="65000"/>
              </a:schemeClr>
            </a:solidFill>
          </a:ln>
        </p:spPr>
      </p:pic>
      <p:sp>
        <p:nvSpPr>
          <p:cNvPr id="2" name="文本框 1"/>
          <p:cNvSpPr txBox="1"/>
          <p:nvPr userDrawn="1"/>
        </p:nvSpPr>
        <p:spPr>
          <a:xfrm>
            <a:off x="368300" y="4253023"/>
            <a:ext cx="2576919" cy="338554"/>
          </a:xfrm>
          <a:prstGeom prst="rect">
            <a:avLst/>
          </a:prstGeom>
          <a:noFill/>
        </p:spPr>
        <p:txBody>
          <a:bodyPr wrap="square" rtlCol="0">
            <a:spAutoFit/>
          </a:bodyPr>
          <a:lstStyle/>
          <a:p>
            <a:endParaRPr lang="zh-CN" altLang="en-US" sz="1600" dirty="0" smtClean="0">
              <a:solidFill>
                <a:srgbClr val="000000"/>
              </a:solidFill>
              <a:latin typeface="Verdana" pitchFamily="34" charset="0"/>
              <a:ea typeface="黑体" pitchFamily="49" charset="-122"/>
            </a:endParaRPr>
          </a:p>
        </p:txBody>
      </p:sp>
      <p:pic>
        <p:nvPicPr>
          <p:cNvPr id="12" name="图片 11"/>
          <p:cNvPicPr>
            <a:picLocks noChangeAspect="1"/>
          </p:cNvPicPr>
          <p:nvPr userDrawn="1"/>
        </p:nvPicPr>
        <p:blipFill>
          <a:blip r:embed="rId4">
            <a:extLst>
              <a:ext uri="{28A0092B-C50C-407E-A947-70E740481C1C}">
                <a14:useLocalDpi xmlns:a14="http://schemas.microsoft.com/office/drawing/2010/main" val="0"/>
              </a:ext>
            </a:extLst>
          </a:blip>
          <a:stretch>
            <a:fillRect/>
          </a:stretch>
        </p:blipFill>
        <p:spPr>
          <a:xfrm>
            <a:off x="7299995" y="81588"/>
            <a:ext cx="1480616" cy="629304"/>
          </a:xfrm>
          <a:prstGeom prst="rect">
            <a:avLst/>
          </a:prstGeom>
        </p:spPr>
      </p:pic>
      <p:sp>
        <p:nvSpPr>
          <p:cNvPr id="13" name="文本框 12"/>
          <p:cNvSpPr txBox="1"/>
          <p:nvPr userDrawn="1"/>
        </p:nvSpPr>
        <p:spPr>
          <a:xfrm>
            <a:off x="283240" y="4755705"/>
            <a:ext cx="2576919" cy="215444"/>
          </a:xfrm>
          <a:prstGeom prst="rect">
            <a:avLst/>
          </a:prstGeom>
          <a:noFill/>
        </p:spPr>
        <p:txBody>
          <a:bodyPr wrap="square" rtlCol="0">
            <a:spAutoFit/>
          </a:bodyPr>
          <a:lstStyle/>
          <a:p>
            <a:r>
              <a:rPr lang="en-US" altLang="zh-CN" sz="800" dirty="0" smtClean="0">
                <a:solidFill>
                  <a:srgbClr val="3C3C3C"/>
                </a:solidFill>
                <a:latin typeface="Arial"/>
                <a:ea typeface="华文黑体_易方达" panose="02010600040101010101" pitchFamily="2" charset="-122"/>
                <a:cs typeface="华文黑体" panose="02010600040101010101" pitchFamily="2" charset="-122"/>
              </a:rPr>
              <a:t>E Fund Management Co., Ltd.</a:t>
            </a:r>
            <a:endParaRPr lang="zh-CN" altLang="en-US" sz="800" dirty="0" smtClean="0">
              <a:solidFill>
                <a:srgbClr val="3C3C3C"/>
              </a:solidFill>
              <a:latin typeface="Arial"/>
              <a:ea typeface="华文黑体_易方达" panose="02010600040101010101" pitchFamily="2" charset="-122"/>
              <a:cs typeface="华文黑体" panose="02010600040101010101" pitchFamily="2" charset="-122"/>
            </a:endParaRPr>
          </a:p>
        </p:txBody>
      </p:sp>
      <p:sp>
        <p:nvSpPr>
          <p:cNvPr id="11" name="文本框 10"/>
          <p:cNvSpPr txBox="1"/>
          <p:nvPr userDrawn="1"/>
        </p:nvSpPr>
        <p:spPr>
          <a:xfrm>
            <a:off x="3991640" y="4765631"/>
            <a:ext cx="2576919" cy="215444"/>
          </a:xfrm>
          <a:prstGeom prst="rect">
            <a:avLst/>
          </a:prstGeom>
          <a:noFill/>
        </p:spPr>
        <p:txBody>
          <a:bodyPr wrap="square" rtlCol="0">
            <a:spAutoFit/>
          </a:bodyPr>
          <a:lstStyle/>
          <a:p>
            <a:r>
              <a:rPr lang="en-US" altLang="zh-CN" sz="800" dirty="0" smtClean="0">
                <a:solidFill>
                  <a:srgbClr val="3C3C3C"/>
                </a:solidFill>
                <a:latin typeface="Arial" panose="020B0604020202020204" pitchFamily="34" charset="0"/>
                <a:ea typeface="华文黑体_易方达" panose="02010600040101010101" pitchFamily="2" charset="-122"/>
                <a:cs typeface="Arial" panose="020B0604020202020204" pitchFamily="34" charset="0"/>
              </a:rPr>
              <a:t>For Internal Use Only</a:t>
            </a:r>
            <a:endParaRPr lang="zh-CN" altLang="en-US" sz="800" dirty="0" smtClean="0">
              <a:solidFill>
                <a:srgbClr val="3C3C3C"/>
              </a:solidFill>
              <a:latin typeface="Arial" panose="020B0604020202020204" pitchFamily="34" charset="0"/>
              <a:ea typeface="华文黑体_易方达" panose="02010600040101010101" pitchFamily="2" charset="-122"/>
              <a:cs typeface="Arial" panose="020B0604020202020204" pitchFamily="34" charset="0"/>
            </a:endParaRPr>
          </a:p>
        </p:txBody>
      </p:sp>
    </p:spTree>
    <p:extLst>
      <p:ext uri="{BB962C8B-B14F-4D97-AF65-F5344CB8AC3E}">
        <p14:creationId xmlns:p14="http://schemas.microsoft.com/office/powerpoint/2010/main" val="1746949769"/>
      </p:ext>
    </p:extLst>
  </p:cSld>
  <p:clrMapOvr>
    <a:masterClrMapping/>
  </p:clrMapOvr>
  <p:timing>
    <p:tnLst>
      <p:par>
        <p:cTn id="1" dur="indefinite" restart="never" nodeType="tmRoot"/>
      </p:par>
    </p:tnLst>
  </p:timing>
</p:sldLayout>
</file>

<file path=ppt/slideLayouts/slideLayout22.xml><?xml version="1.0" encoding="utf-8"?>
<p:sldLayout xmlns:a="http://schemas.openxmlformats.org/drawingml/2006/main" xmlns:r="http://schemas.openxmlformats.org/officeDocument/2006/relationships" xmlns:p="http://schemas.openxmlformats.org/presentationml/2006/main" userDrawn="1">
  <p:cSld name="2_图形内容2">
    <p:spTree>
      <p:nvGrpSpPr>
        <p:cNvPr id="1" name=""/>
        <p:cNvGrpSpPr/>
        <p:nvPr/>
      </p:nvGrpSpPr>
      <p:grpSpPr>
        <a:xfrm>
          <a:off x="0" y="0"/>
          <a:ext cx="0" cy="0"/>
          <a:chOff x="0" y="0"/>
          <a:chExt cx="0" cy="0"/>
        </a:xfrm>
      </p:grpSpPr>
      <p:pic>
        <p:nvPicPr>
          <p:cNvPr id="9" name="Picture 8" descr="Bar_1.png"/>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0" y="0"/>
            <a:ext cx="9144000" cy="792480"/>
          </a:xfrm>
          <a:prstGeom prst="rect">
            <a:avLst/>
          </a:prstGeom>
        </p:spPr>
      </p:pic>
      <p:pic>
        <p:nvPicPr>
          <p:cNvPr id="10" name="Picture 9" descr="Master Logo.png"/>
          <p:cNvPicPr>
            <a:picLocks noChangeAspect="1"/>
          </p:cNvPicPr>
          <p:nvPr userDrawn="1"/>
        </p:nvPicPr>
        <p:blipFill>
          <a:blip r:embed="rId3">
            <a:extLst>
              <a:ext uri="{28A0092B-C50C-407E-A947-70E740481C1C}">
                <a14:useLocalDpi xmlns:a14="http://schemas.microsoft.com/office/drawing/2010/main" val="0"/>
              </a:ext>
            </a:extLst>
          </a:blip>
          <a:stretch>
            <a:fillRect/>
          </a:stretch>
        </p:blipFill>
        <p:spPr>
          <a:xfrm>
            <a:off x="7390723" y="249133"/>
            <a:ext cx="1389888" cy="301752"/>
          </a:xfrm>
          <a:prstGeom prst="rect">
            <a:avLst/>
          </a:prstGeom>
        </p:spPr>
      </p:pic>
      <p:sp>
        <p:nvSpPr>
          <p:cNvPr id="16" name="Rectangle 21"/>
          <p:cNvSpPr>
            <a:spLocks noGrp="1" noChangeArrowheads="1"/>
          </p:cNvSpPr>
          <p:nvPr>
            <p:ph type="title" hasCustomPrompt="1"/>
          </p:nvPr>
        </p:nvSpPr>
        <p:spPr bwMode="auto">
          <a:xfrm>
            <a:off x="363151" y="211632"/>
            <a:ext cx="3946375" cy="268047"/>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 uri="{FAA26D3D-D897-4be2-8F04-BA451C77F1D7}">
              <ma14:placeholderFlag xmlns:ma14="http://schemas.microsoft.com/office/mac/drawingml/2011/main" xmlns="" val="1"/>
            </a:ext>
          </a:extLst>
        </p:spPr>
        <p:txBody>
          <a:bodyPr vert="horz" wrap="square" lIns="0" tIns="0" rIns="0" bIns="45720" numCol="1" anchor="t" anchorCtr="0" compatLnSpc="1">
            <a:prstTxWarp prst="textNoShape">
              <a:avLst/>
            </a:prstTxWarp>
          </a:bodyPr>
          <a:lstStyle>
            <a:lvl1pPr marL="0" marR="0" indent="0" algn="l" defTabSz="914400" rtl="0" eaLnBrk="1" fontAlgn="base" latinLnBrk="0" hangingPunct="1">
              <a:lnSpc>
                <a:spcPct val="100000"/>
              </a:lnSpc>
              <a:spcBef>
                <a:spcPct val="0"/>
              </a:spcBef>
              <a:spcAft>
                <a:spcPct val="0"/>
              </a:spcAft>
              <a:buClrTx/>
              <a:buSzTx/>
              <a:buFontTx/>
              <a:buNone/>
              <a:tabLst/>
              <a:defRPr sz="2300" b="1">
                <a:solidFill>
                  <a:schemeClr val="bg1"/>
                </a:solidFill>
                <a:latin typeface="+mn-lt"/>
                <a:ea typeface="华文黑体_易方达" panose="02010600040101010101" pitchFamily="2" charset="-122"/>
              </a:defRPr>
            </a:lvl1pPr>
          </a:lstStyle>
          <a:p>
            <a:pPr lvl="0"/>
            <a:r>
              <a:rPr lang="en-US" altLang="zh-CN" dirty="0" smtClean="0"/>
              <a:t>Click to add title</a:t>
            </a:r>
            <a:endParaRPr lang="en-US" dirty="0" smtClean="0"/>
          </a:p>
        </p:txBody>
      </p:sp>
      <p:sp>
        <p:nvSpPr>
          <p:cNvPr id="17" name="Rectangle 22"/>
          <p:cNvSpPr>
            <a:spLocks noGrp="1" noChangeAspect="1" noChangeArrowheads="1"/>
          </p:cNvSpPr>
          <p:nvPr>
            <p:ph idx="10" hasCustomPrompt="1"/>
          </p:nvPr>
        </p:nvSpPr>
        <p:spPr bwMode="auto">
          <a:xfrm>
            <a:off x="360363" y="1296527"/>
            <a:ext cx="4465637" cy="2479218"/>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 uri="{FAA26D3D-D897-4be2-8F04-BA451C77F1D7}">
              <ma14:placeholderFlag xmlns:ma14="http://schemas.microsoft.com/office/mac/drawingml/2011/main" xmlns="" val="1"/>
            </a:ext>
          </a:extLst>
        </p:spPr>
        <p:txBody>
          <a:bodyPr vert="horz" wrap="square" lIns="0" tIns="0" rIns="0" bIns="0" numCol="1" anchor="t" anchorCtr="0" compatLnSpc="1">
            <a:prstTxWarp prst="textNoShape">
              <a:avLst/>
            </a:prstTxWarp>
          </a:bodyPr>
          <a:lstStyle>
            <a:lvl1pPr marL="0" marR="0" indent="0" algn="l" defTabSz="914400" rtl="0" eaLnBrk="1" fontAlgn="base" latinLnBrk="0" hangingPunct="1">
              <a:lnSpc>
                <a:spcPts val="1800"/>
              </a:lnSpc>
              <a:spcBef>
                <a:spcPts val="0"/>
              </a:spcBef>
              <a:spcAft>
                <a:spcPct val="0"/>
              </a:spcAft>
              <a:buClrTx/>
              <a:buSzTx/>
              <a:buFontTx/>
              <a:buNone/>
              <a:tabLst/>
              <a:defRPr sz="1500" b="0" baseline="0">
                <a:solidFill>
                  <a:srgbClr val="005096"/>
                </a:solidFill>
                <a:latin typeface="+mn-lt"/>
                <a:ea typeface="华文黑体_易方达" panose="02010600040101010101" pitchFamily="2" charset="-122"/>
              </a:defRPr>
            </a:lvl1pPr>
            <a:lvl2pPr algn="l">
              <a:lnSpc>
                <a:spcPts val="2400"/>
              </a:lnSpc>
              <a:buFontTx/>
              <a:buNone/>
              <a:defRPr sz="1500" baseline="0">
                <a:solidFill>
                  <a:schemeClr val="bg1"/>
                </a:solidFill>
                <a:latin typeface="Arial"/>
              </a:defRPr>
            </a:lvl2pPr>
            <a:lvl3pPr>
              <a:buFontTx/>
              <a:buNone/>
              <a:defRPr/>
            </a:lvl3pPr>
            <a:lvl4pPr>
              <a:buFontTx/>
              <a:buNone/>
              <a:defRPr/>
            </a:lvl4pPr>
            <a:lvl5pPr>
              <a:buFontTx/>
              <a:buNone/>
              <a:defRPr/>
            </a:lvl5pPr>
          </a:lstStyle>
          <a:p>
            <a:pPr lvl="0"/>
            <a:r>
              <a:rPr lang="en-US" altLang="zh-CN" dirty="0" smtClean="0"/>
              <a:t>Click to add title</a:t>
            </a:r>
            <a:endParaRPr lang="en-US" dirty="0" smtClean="0"/>
          </a:p>
        </p:txBody>
      </p:sp>
      <p:sp>
        <p:nvSpPr>
          <p:cNvPr id="21" name="Slide Number Placeholder 5"/>
          <p:cNvSpPr txBox="1">
            <a:spLocks/>
          </p:cNvSpPr>
          <p:nvPr userDrawn="1"/>
        </p:nvSpPr>
        <p:spPr bwMode="auto">
          <a:xfrm>
            <a:off x="8359020" y="4791886"/>
            <a:ext cx="448205" cy="141816"/>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lIns="0" tIns="0" rIns="0" bIns="0"/>
          <a:lstStyle>
            <a:lvl1pPr eaLnBrk="0" hangingPunct="0">
              <a:defRPr sz="2400">
                <a:solidFill>
                  <a:schemeClr val="tx1"/>
                </a:solidFill>
                <a:latin typeface="Arial" charset="0"/>
                <a:ea typeface="ＭＳ Ｐゴシック" charset="0"/>
                <a:cs typeface="ＭＳ Ｐゴシック" charset="0"/>
              </a:defRPr>
            </a:lvl1pPr>
            <a:lvl2pPr marL="742950" indent="-285750" eaLnBrk="0" hangingPunct="0">
              <a:defRPr sz="2400">
                <a:solidFill>
                  <a:schemeClr val="tx1"/>
                </a:solidFill>
                <a:latin typeface="Arial" charset="0"/>
                <a:ea typeface="ＭＳ Ｐゴシック" charset="0"/>
              </a:defRPr>
            </a:lvl2pPr>
            <a:lvl3pPr marL="1143000" indent="-228600" eaLnBrk="0" hangingPunct="0">
              <a:defRPr sz="2400">
                <a:solidFill>
                  <a:schemeClr val="tx1"/>
                </a:solidFill>
                <a:latin typeface="Arial" charset="0"/>
                <a:ea typeface="ＭＳ Ｐゴシック" charset="0"/>
              </a:defRPr>
            </a:lvl3pPr>
            <a:lvl4pPr marL="1600200" indent="-228600" eaLnBrk="0" hangingPunct="0">
              <a:defRPr sz="2400">
                <a:solidFill>
                  <a:schemeClr val="tx1"/>
                </a:solidFill>
                <a:latin typeface="Arial" charset="0"/>
                <a:ea typeface="ＭＳ Ｐゴシック" charset="0"/>
              </a:defRPr>
            </a:lvl4pPr>
            <a:lvl5pPr marL="2057400" indent="-228600" eaLnBrk="0" hangingPunct="0">
              <a:defRPr sz="2400">
                <a:solidFill>
                  <a:schemeClr val="tx1"/>
                </a:solidFill>
                <a:latin typeface="Arial" charset="0"/>
                <a:ea typeface="ＭＳ Ｐゴシック" charset="0"/>
              </a:defRPr>
            </a:lvl5pPr>
            <a:lvl6pPr marL="2514600" indent="-228600" eaLnBrk="0" fontAlgn="base" hangingPunct="0">
              <a:spcBef>
                <a:spcPct val="0"/>
              </a:spcBef>
              <a:spcAft>
                <a:spcPct val="0"/>
              </a:spcAft>
              <a:defRPr sz="2400">
                <a:solidFill>
                  <a:schemeClr val="tx1"/>
                </a:solidFill>
                <a:latin typeface="Arial" charset="0"/>
                <a:ea typeface="ＭＳ Ｐゴシック" charset="0"/>
              </a:defRPr>
            </a:lvl6pPr>
            <a:lvl7pPr marL="2971800" indent="-228600" eaLnBrk="0" fontAlgn="base" hangingPunct="0">
              <a:spcBef>
                <a:spcPct val="0"/>
              </a:spcBef>
              <a:spcAft>
                <a:spcPct val="0"/>
              </a:spcAft>
              <a:defRPr sz="2400">
                <a:solidFill>
                  <a:schemeClr val="tx1"/>
                </a:solidFill>
                <a:latin typeface="Arial" charset="0"/>
                <a:ea typeface="ＭＳ Ｐゴシック" charset="0"/>
              </a:defRPr>
            </a:lvl7pPr>
            <a:lvl8pPr marL="3429000" indent="-228600" eaLnBrk="0" fontAlgn="base" hangingPunct="0">
              <a:spcBef>
                <a:spcPct val="0"/>
              </a:spcBef>
              <a:spcAft>
                <a:spcPct val="0"/>
              </a:spcAft>
              <a:defRPr sz="2400">
                <a:solidFill>
                  <a:schemeClr val="tx1"/>
                </a:solidFill>
                <a:latin typeface="Arial" charset="0"/>
                <a:ea typeface="ＭＳ Ｐゴシック" charset="0"/>
              </a:defRPr>
            </a:lvl8pPr>
            <a:lvl9pPr marL="3886200" indent="-228600" eaLnBrk="0" fontAlgn="base" hangingPunct="0">
              <a:spcBef>
                <a:spcPct val="0"/>
              </a:spcBef>
              <a:spcAft>
                <a:spcPct val="0"/>
              </a:spcAft>
              <a:defRPr sz="2400">
                <a:solidFill>
                  <a:schemeClr val="tx1"/>
                </a:solidFill>
                <a:latin typeface="Arial" charset="0"/>
                <a:ea typeface="ＭＳ Ｐゴシック" charset="0"/>
              </a:defRPr>
            </a:lvl9pPr>
          </a:lstStyle>
          <a:p>
            <a:pPr algn="r"/>
            <a:fld id="{BDAEED39-8CE5-E849-8BB2-D2203B6D9153}" type="slidenum">
              <a:rPr lang="en-US" altLang="zh-CN" sz="800" smtClean="0">
                <a:solidFill>
                  <a:srgbClr val="505050"/>
                </a:solidFill>
                <a:latin typeface="Arial"/>
                <a:ea typeface="黑体" pitchFamily="49" charset="-122"/>
                <a:cs typeface="Arial"/>
              </a:rPr>
              <a:pPr algn="r"/>
              <a:t>‹#›</a:t>
            </a:fld>
            <a:endParaRPr lang="en-US" altLang="zh-CN" sz="800" dirty="0">
              <a:solidFill>
                <a:srgbClr val="505050"/>
              </a:solidFill>
              <a:latin typeface="Arial"/>
              <a:ea typeface="黑体" pitchFamily="49" charset="-122"/>
              <a:cs typeface="Arial"/>
            </a:endParaRPr>
          </a:p>
          <a:p>
            <a:pPr algn="r"/>
            <a:endParaRPr lang="en-US" altLang="zh-CN" sz="800" dirty="0">
              <a:solidFill>
                <a:srgbClr val="505050"/>
              </a:solidFill>
              <a:latin typeface="Arial"/>
              <a:ea typeface="黑体" pitchFamily="49" charset="-122"/>
              <a:cs typeface="Arial"/>
            </a:endParaRPr>
          </a:p>
        </p:txBody>
      </p:sp>
      <p:pic>
        <p:nvPicPr>
          <p:cNvPr id="11" name="Picture 5" descr="Line.png"/>
          <p:cNvPicPr>
            <a:picLocks noChangeAspect="1"/>
          </p:cNvPicPr>
          <p:nvPr userDrawn="1"/>
        </p:nvPicPr>
        <p:blipFill>
          <a:blip r:embed="rId4">
            <a:extLst>
              <a:ext uri="{28A0092B-C50C-407E-A947-70E740481C1C}">
                <a14:useLocalDpi xmlns:a14="http://schemas.microsoft.com/office/drawing/2010/main" val="0"/>
              </a:ext>
            </a:extLst>
          </a:blip>
          <a:stretch>
            <a:fillRect/>
          </a:stretch>
        </p:blipFill>
        <p:spPr>
          <a:xfrm>
            <a:off x="368300" y="4729417"/>
            <a:ext cx="8424672" cy="6096"/>
          </a:xfrm>
          <a:prstGeom prst="rect">
            <a:avLst/>
          </a:prstGeom>
          <a:ln>
            <a:solidFill>
              <a:schemeClr val="bg1">
                <a:lumMod val="65000"/>
              </a:schemeClr>
            </a:solidFill>
          </a:ln>
        </p:spPr>
      </p:pic>
      <p:sp>
        <p:nvSpPr>
          <p:cNvPr id="13" name="文本框 12"/>
          <p:cNvSpPr txBox="1"/>
          <p:nvPr userDrawn="1"/>
        </p:nvSpPr>
        <p:spPr>
          <a:xfrm>
            <a:off x="283240" y="4755705"/>
            <a:ext cx="2576919" cy="215444"/>
          </a:xfrm>
          <a:prstGeom prst="rect">
            <a:avLst/>
          </a:prstGeom>
          <a:noFill/>
        </p:spPr>
        <p:txBody>
          <a:bodyPr wrap="square" rtlCol="0">
            <a:spAutoFit/>
          </a:bodyPr>
          <a:lstStyle/>
          <a:p>
            <a:r>
              <a:rPr lang="en-US" altLang="zh-CN" sz="800" dirty="0" smtClean="0">
                <a:solidFill>
                  <a:srgbClr val="3C3C3C"/>
                </a:solidFill>
                <a:latin typeface="Arial"/>
                <a:ea typeface="华文黑体_易方达" panose="02010600040101010101" pitchFamily="2" charset="-122"/>
                <a:cs typeface="华文黑体" panose="02010600040101010101" pitchFamily="2" charset="-122"/>
              </a:rPr>
              <a:t>E Fund Management Co., Ltd.</a:t>
            </a:r>
            <a:endParaRPr lang="zh-CN" altLang="en-US" sz="800" dirty="0" smtClean="0">
              <a:solidFill>
                <a:srgbClr val="3C3C3C"/>
              </a:solidFill>
              <a:latin typeface="Arial"/>
              <a:ea typeface="华文黑体_易方达" panose="02010600040101010101" pitchFamily="2" charset="-122"/>
              <a:cs typeface="华文黑体" panose="02010600040101010101" pitchFamily="2" charset="-122"/>
            </a:endParaRPr>
          </a:p>
        </p:txBody>
      </p:sp>
      <p:sp>
        <p:nvSpPr>
          <p:cNvPr id="12" name="文本框 11"/>
          <p:cNvSpPr txBox="1"/>
          <p:nvPr userDrawn="1"/>
        </p:nvSpPr>
        <p:spPr>
          <a:xfrm>
            <a:off x="4118640" y="4755072"/>
            <a:ext cx="2576919" cy="215444"/>
          </a:xfrm>
          <a:prstGeom prst="rect">
            <a:avLst/>
          </a:prstGeom>
          <a:noFill/>
        </p:spPr>
        <p:txBody>
          <a:bodyPr wrap="square" rtlCol="0">
            <a:spAutoFit/>
          </a:bodyPr>
          <a:lstStyle/>
          <a:p>
            <a:r>
              <a:rPr lang="en-US" altLang="zh-CN" sz="800" dirty="0" smtClean="0">
                <a:solidFill>
                  <a:srgbClr val="3C3C3C"/>
                </a:solidFill>
                <a:latin typeface="Arial" panose="020B0604020202020204" pitchFamily="34" charset="0"/>
                <a:ea typeface="华文黑体_易方达" panose="02010600040101010101" pitchFamily="2" charset="-122"/>
                <a:cs typeface="Arial" panose="020B0604020202020204" pitchFamily="34" charset="0"/>
              </a:rPr>
              <a:t>For Internal Use Only</a:t>
            </a:r>
            <a:endParaRPr lang="zh-CN" altLang="en-US" sz="800" dirty="0" smtClean="0">
              <a:solidFill>
                <a:srgbClr val="3C3C3C"/>
              </a:solidFill>
              <a:latin typeface="Arial" panose="020B0604020202020204" pitchFamily="34" charset="0"/>
              <a:ea typeface="华文黑体_易方达" panose="02010600040101010101" pitchFamily="2" charset="-122"/>
              <a:cs typeface="Arial" panose="020B0604020202020204" pitchFamily="34" charset="0"/>
            </a:endParaRPr>
          </a:p>
        </p:txBody>
      </p:sp>
    </p:spTree>
    <p:extLst>
      <p:ext uri="{BB962C8B-B14F-4D97-AF65-F5344CB8AC3E}">
        <p14:creationId xmlns:p14="http://schemas.microsoft.com/office/powerpoint/2010/main" val="2767284160"/>
      </p:ext>
    </p:extLst>
  </p:cSld>
  <p:clrMapOvr>
    <a:masterClrMapping/>
  </p:clrMapOvr>
</p:sldLayout>
</file>

<file path=ppt/slideLayouts/slideLayout23.xml><?xml version="1.0" encoding="utf-8"?>
<p:sldLayout xmlns:a="http://schemas.openxmlformats.org/drawingml/2006/main" xmlns:r="http://schemas.openxmlformats.org/officeDocument/2006/relationships" xmlns:p="http://schemas.openxmlformats.org/presentationml/2006/main" userDrawn="1">
  <p:cSld name="2_易方达公司概况">
    <p:spTree>
      <p:nvGrpSpPr>
        <p:cNvPr id="1" name=""/>
        <p:cNvGrpSpPr/>
        <p:nvPr/>
      </p:nvGrpSpPr>
      <p:grpSpPr>
        <a:xfrm>
          <a:off x="0" y="0"/>
          <a:ext cx="0" cy="0"/>
          <a:chOff x="0" y="0"/>
          <a:chExt cx="0" cy="0"/>
        </a:xfrm>
      </p:grpSpPr>
      <p:pic>
        <p:nvPicPr>
          <p:cNvPr id="7" name="Picture 6" descr="Bar_1.png"/>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0" y="0"/>
            <a:ext cx="9144000" cy="792480"/>
          </a:xfrm>
          <a:prstGeom prst="rect">
            <a:avLst/>
          </a:prstGeom>
        </p:spPr>
      </p:pic>
      <p:sp>
        <p:nvSpPr>
          <p:cNvPr id="5" name="Rectangle 21"/>
          <p:cNvSpPr>
            <a:spLocks noGrp="1" noChangeArrowheads="1"/>
          </p:cNvSpPr>
          <p:nvPr>
            <p:ph type="title" hasCustomPrompt="1"/>
          </p:nvPr>
        </p:nvSpPr>
        <p:spPr bwMode="auto">
          <a:xfrm>
            <a:off x="380093" y="1439173"/>
            <a:ext cx="2735640" cy="268047"/>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 uri="{FAA26D3D-D897-4be2-8F04-BA451C77F1D7}">
              <ma14:placeholderFlag xmlns:ma14="http://schemas.microsoft.com/office/mac/drawingml/2011/main" xmlns="" val="1"/>
            </a:ext>
          </a:extLst>
        </p:spPr>
        <p:txBody>
          <a:bodyPr vert="horz" wrap="square" lIns="0" tIns="0" rIns="0" bIns="45720" numCol="1" anchor="t" anchorCtr="0" compatLnSpc="1">
            <a:prstTxWarp prst="textNoShape">
              <a:avLst/>
            </a:prstTxWarp>
          </a:bodyPr>
          <a:lstStyle>
            <a:lvl1pPr marL="0" marR="0" indent="0" algn="l" defTabSz="914400" rtl="0" eaLnBrk="1" fontAlgn="base" latinLnBrk="0" hangingPunct="1">
              <a:lnSpc>
                <a:spcPct val="100000"/>
              </a:lnSpc>
              <a:spcBef>
                <a:spcPct val="0"/>
              </a:spcBef>
              <a:spcAft>
                <a:spcPct val="0"/>
              </a:spcAft>
              <a:buClrTx/>
              <a:buSzTx/>
              <a:buFontTx/>
              <a:buNone/>
              <a:tabLst/>
              <a:defRPr sz="1400">
                <a:solidFill>
                  <a:srgbClr val="005096"/>
                </a:solidFill>
                <a:latin typeface="华文黑体_易方达" panose="02010600040101010101" pitchFamily="2" charset="-122"/>
                <a:ea typeface="华文黑体_易方达" panose="02010600040101010101" pitchFamily="2" charset="-122"/>
              </a:defRPr>
            </a:lvl1pPr>
          </a:lstStyle>
          <a:p>
            <a:pPr lvl="0"/>
            <a:r>
              <a:rPr lang="zh-CN" altLang="en-US" dirty="0" smtClean="0"/>
              <a:t>单击此处编辑母版标题样式</a:t>
            </a:r>
            <a:endParaRPr lang="en-US" dirty="0" smtClean="0"/>
          </a:p>
        </p:txBody>
      </p:sp>
      <p:sp>
        <p:nvSpPr>
          <p:cNvPr id="17" name="Rectangle 22"/>
          <p:cNvSpPr>
            <a:spLocks noGrp="1" noChangeAspect="1" noChangeArrowheads="1"/>
          </p:cNvSpPr>
          <p:nvPr>
            <p:ph idx="1" hasCustomPrompt="1"/>
          </p:nvPr>
        </p:nvSpPr>
        <p:spPr bwMode="auto">
          <a:xfrm>
            <a:off x="336351" y="2244696"/>
            <a:ext cx="5801981" cy="1181168"/>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 uri="{FAA26D3D-D897-4be2-8F04-BA451C77F1D7}">
              <ma14:placeholderFlag xmlns:ma14="http://schemas.microsoft.com/office/mac/drawingml/2011/main" xmlns="" val="1"/>
            </a:ext>
          </a:extLst>
        </p:spPr>
        <p:txBody>
          <a:bodyPr vert="horz" wrap="square" lIns="0" tIns="0" rIns="0" bIns="0" numCol="1" anchor="t" anchorCtr="0" compatLnSpc="1">
            <a:prstTxWarp prst="textNoShape">
              <a:avLst/>
            </a:prstTxWarp>
          </a:bodyPr>
          <a:lstStyle>
            <a:lvl1pPr marL="0" indent="0" algn="l">
              <a:lnSpc>
                <a:spcPts val="3300"/>
              </a:lnSpc>
              <a:buFontTx/>
              <a:buNone/>
              <a:defRPr sz="2800" b="1" i="0" baseline="0">
                <a:solidFill>
                  <a:srgbClr val="005096"/>
                </a:solidFill>
                <a:latin typeface="华文黑体_易方达" panose="02010600040101010101" pitchFamily="2" charset="-122"/>
                <a:ea typeface="华文黑体_易方达" panose="02010600040101010101" pitchFamily="2" charset="-122"/>
                <a:cs typeface="华文黑体"/>
              </a:defRPr>
            </a:lvl1pPr>
            <a:lvl2pPr algn="l">
              <a:lnSpc>
                <a:spcPts val="2400"/>
              </a:lnSpc>
              <a:buFontTx/>
              <a:buNone/>
              <a:defRPr sz="1500" baseline="0">
                <a:solidFill>
                  <a:schemeClr val="bg1"/>
                </a:solidFill>
                <a:latin typeface="Arial"/>
              </a:defRPr>
            </a:lvl2pPr>
            <a:lvl3pPr>
              <a:buFontTx/>
              <a:buNone/>
              <a:defRPr/>
            </a:lvl3pPr>
            <a:lvl4pPr>
              <a:buFontTx/>
              <a:buNone/>
              <a:defRPr/>
            </a:lvl4pPr>
            <a:lvl5pPr>
              <a:buFontTx/>
              <a:buNone/>
              <a:defRPr/>
            </a:lvl5pPr>
          </a:lstStyle>
          <a:p>
            <a:pPr lvl="0"/>
            <a:r>
              <a:rPr lang="zh-CN" altLang="en-US" dirty="0" smtClean="0"/>
              <a:t>单击此处编辑母版标题样式</a:t>
            </a:r>
            <a:endParaRPr lang="en-US" dirty="0" smtClean="0"/>
          </a:p>
        </p:txBody>
      </p:sp>
      <p:pic>
        <p:nvPicPr>
          <p:cNvPr id="15" name="Picture 14" descr="Master Logo.png"/>
          <p:cNvPicPr>
            <a:picLocks noChangeAspect="1"/>
          </p:cNvPicPr>
          <p:nvPr userDrawn="1"/>
        </p:nvPicPr>
        <p:blipFill>
          <a:blip r:embed="rId3">
            <a:extLst>
              <a:ext uri="{28A0092B-C50C-407E-A947-70E740481C1C}">
                <a14:useLocalDpi xmlns:a14="http://schemas.microsoft.com/office/drawing/2010/main" val="0"/>
              </a:ext>
            </a:extLst>
          </a:blip>
          <a:stretch>
            <a:fillRect/>
          </a:stretch>
        </p:blipFill>
        <p:spPr>
          <a:xfrm>
            <a:off x="7390723" y="249133"/>
            <a:ext cx="1389888" cy="301752"/>
          </a:xfrm>
          <a:prstGeom prst="rect">
            <a:avLst/>
          </a:prstGeom>
        </p:spPr>
      </p:pic>
      <p:sp>
        <p:nvSpPr>
          <p:cNvPr id="8" name="文本框 7"/>
          <p:cNvSpPr txBox="1"/>
          <p:nvPr userDrawn="1"/>
        </p:nvSpPr>
        <p:spPr>
          <a:xfrm>
            <a:off x="4118640" y="4764597"/>
            <a:ext cx="2576919" cy="215444"/>
          </a:xfrm>
          <a:prstGeom prst="rect">
            <a:avLst/>
          </a:prstGeom>
          <a:noFill/>
        </p:spPr>
        <p:txBody>
          <a:bodyPr wrap="square" rtlCol="0">
            <a:spAutoFit/>
          </a:bodyPr>
          <a:lstStyle/>
          <a:p>
            <a:r>
              <a:rPr lang="zh-CN" altLang="en-US" sz="800" dirty="0" smtClean="0">
                <a:solidFill>
                  <a:srgbClr val="3C3C3C"/>
                </a:solidFill>
                <a:latin typeface="Arial" panose="020B0604020202020204" pitchFamily="34" charset="0"/>
                <a:ea typeface="华文黑体_易方达" panose="02010600040101010101" pitchFamily="2" charset="-122"/>
                <a:cs typeface="Arial" panose="020B0604020202020204" pitchFamily="34" charset="0"/>
              </a:rPr>
              <a:t>仅供内部交流讨论，禁止外传</a:t>
            </a:r>
          </a:p>
        </p:txBody>
      </p:sp>
    </p:spTree>
    <p:extLst>
      <p:ext uri="{BB962C8B-B14F-4D97-AF65-F5344CB8AC3E}">
        <p14:creationId xmlns:p14="http://schemas.microsoft.com/office/powerpoint/2010/main" val="3520460300"/>
      </p:ext>
    </p:extLst>
  </p:cSld>
  <p:clrMapOvr>
    <a:masterClrMapping/>
  </p:clrMapOvr>
</p:sldLayout>
</file>

<file path=ppt/slideLayouts/slideLayout24.xml><?xml version="1.0" encoding="utf-8"?>
<p:sldLayout xmlns:a="http://schemas.openxmlformats.org/drawingml/2006/main" xmlns:r="http://schemas.openxmlformats.org/officeDocument/2006/relationships" xmlns:p="http://schemas.openxmlformats.org/presentationml/2006/main" showMasterSp="0" preserve="1" userDrawn="1">
  <p:cSld name="3_首页">
    <p:spTree>
      <p:nvGrpSpPr>
        <p:cNvPr id="1" name=""/>
        <p:cNvGrpSpPr/>
        <p:nvPr/>
      </p:nvGrpSpPr>
      <p:grpSpPr>
        <a:xfrm>
          <a:off x="0" y="0"/>
          <a:ext cx="0" cy="0"/>
          <a:chOff x="0" y="0"/>
          <a:chExt cx="0" cy="0"/>
        </a:xfrm>
      </p:grpSpPr>
      <p:sp>
        <p:nvSpPr>
          <p:cNvPr id="9003" name="品牌实心色块"/>
          <p:cNvSpPr/>
          <p:nvPr/>
        </p:nvSpPr>
        <p:spPr>
          <a:xfrm>
            <a:off x="6912769" y="0"/>
            <a:ext cx="2231231" cy="4367213"/>
          </a:xfrm>
          <a:prstGeom prst="rect">
            <a:avLst/>
          </a:prstGeom>
          <a:solidFill>
            <a:srgbClr val="005096"/>
          </a:solidFill>
          <a:ln>
            <a:noFill/>
          </a:ln>
        </p:spPr>
        <p:txBody>
          <a:bodyPr/>
          <a:lstStyle/>
          <a:p/>
        </p:txBody>
      </p:sp>
      <p:pic>
        <p:nvPicPr>
          <p:cNvPr id="3" name="Picture 2" descr="Bar_1.png"/>
          <p:cNvPicPr>
            <a:picLocks noChangeAspect="1"/>
          </p:cNvPicPr>
          <p:nvPr userDrawn="1"/>
        </p:nvPicPr>
        <p:blipFill>
          <a:blip r:embed="rId3">
            <a:extLst>
              <a:ext uri="{28A0092B-C50C-407E-A947-70E740481C1C}">
                <a14:useLocalDpi xmlns:a14="http://schemas.microsoft.com/office/drawing/2010/main" val="0"/>
              </a:ext>
            </a:extLst>
          </a:blip>
          <a:stretch>
            <a:fillRect/>
          </a:stretch>
        </p:blipFill>
        <p:spPr>
          <a:xfrm>
            <a:off x="0" y="4355783"/>
            <a:ext cx="9144000" cy="792480"/>
          </a:xfrm>
          <a:prstGeom prst="rect">
            <a:avLst/>
          </a:prstGeom>
        </p:spPr>
      </p:pic>
      <p:sp>
        <p:nvSpPr>
          <p:cNvPr id="14" name="Rectangle 22"/>
          <p:cNvSpPr>
            <a:spLocks noGrp="1" noChangeAspect="1" noChangeArrowheads="1"/>
          </p:cNvSpPr>
          <p:nvPr>
            <p:ph idx="1" hasCustomPrompt="1"/>
          </p:nvPr>
        </p:nvSpPr>
        <p:spPr bwMode="auto">
          <a:xfrm>
            <a:off x="362992" y="1269425"/>
            <a:ext cx="4632341" cy="1753197"/>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 uri="{FAA26D3D-D897-4be2-8F04-BA451C77F1D7}">
              <ma14:placeholderFlag xmlns:ma14="http://schemas.microsoft.com/office/mac/drawingml/2011/main" xmlns="" val="1"/>
            </a:ext>
          </a:extLst>
        </p:spPr>
        <p:txBody>
          <a:bodyPr vert="horz" wrap="square" lIns="0" tIns="0" rIns="0" bIns="0" numCol="1" anchor="t" anchorCtr="0" compatLnSpc="1">
            <a:prstTxWarp prst="textNoShape">
              <a:avLst/>
            </a:prstTxWarp>
          </a:bodyPr>
          <a:lstStyle>
            <a:lvl1pPr marL="0" indent="0" algn="l">
              <a:lnSpc>
                <a:spcPts val="3300"/>
              </a:lnSpc>
              <a:buFontTx/>
              <a:buNone/>
              <a:defRPr sz="2100" b="1" i="0">
                <a:solidFill>
                  <a:srgbClr val="005096"/>
                </a:solidFill>
                <a:latin typeface="+mj-lt"/>
                <a:ea typeface="华文黑体_易方达" panose="02010600040101010101" pitchFamily="2" charset="-122"/>
                <a:cs typeface="华文黑体"/>
              </a:defRPr>
            </a:lvl1pPr>
            <a:lvl2pPr algn="l">
              <a:lnSpc>
                <a:spcPts val="3000"/>
              </a:lnSpc>
              <a:buFontTx/>
              <a:buNone/>
              <a:defRPr sz="1300" b="0" i="0">
                <a:solidFill>
                  <a:schemeClr val="tx1"/>
                </a:solidFill>
              </a:defRPr>
            </a:lvl2pPr>
            <a:lvl3pPr>
              <a:buFontTx/>
              <a:buNone/>
              <a:defRPr/>
            </a:lvl3pPr>
            <a:lvl4pPr>
              <a:buFontTx/>
              <a:buNone/>
              <a:defRPr/>
            </a:lvl4pPr>
            <a:lvl5pPr>
              <a:buFontTx/>
              <a:buNone/>
              <a:defRPr/>
            </a:lvl5pPr>
          </a:lstStyle>
          <a:p>
            <a:pPr lvl="0"/>
            <a:r>
              <a:rPr lang="en-US" altLang="zh-CN" dirty="0" smtClean="0"/>
              <a:t>Click  to add title</a:t>
            </a:r>
            <a:endParaRPr lang="zh-CN" altLang="en-US" dirty="0" smtClean="0"/>
          </a:p>
        </p:txBody>
      </p:sp>
      <p:sp>
        <p:nvSpPr>
          <p:cNvPr id="5" name="矩形 4"/>
          <p:cNvSpPr/>
          <p:nvPr userDrawn="1"/>
        </p:nvSpPr>
        <p:spPr>
          <a:xfrm>
            <a:off x="203199" y="4385003"/>
            <a:ext cx="6530577" cy="738664"/>
          </a:xfrm>
          <a:prstGeom prst="rect">
            <a:avLst/>
          </a:prstGeom>
        </p:spPr>
        <p:txBody>
          <a:bodyPr wrap="square">
            <a:spAutoFit/>
          </a:bodyPr>
          <a:lstStyle/>
          <a:p>
            <a:pPr algn="just"/>
            <a:r>
              <a:rPr lang="en-US" altLang="zh-CN" sz="700" dirty="0" smtClean="0">
                <a:solidFill>
                  <a:srgbClr val="FFFFFF"/>
                </a:solidFill>
                <a:latin typeface="Arial"/>
                <a:ea typeface="华文黑体_易方达" panose="02010600040101010101" pitchFamily="2" charset="-122"/>
                <a:cs typeface="华文黑体" panose="02010600040101010101" pitchFamily="2" charset="-122"/>
              </a:rPr>
              <a:t>This report is solely for internal use by E Fund Management Company Limited (hereinafter “the Company”) and for reference by institutional investors, sales channels and personnel of other collaborative parties who possess professional knowledge in investments. The information or opinion stated in this report shall neither constitute any offer or invitation to treat nor constitute any investment advice or guarantee of return to any person. Unless authorized by the Company, no part of this report shall by any means be copied, duplicated or replicated in any form; or be re-distributed or disclosed to any third party; or be used in any other way which infringes the copyright of the Company’s. Any institution or individual apart from the Company who distributes or discloses this report shall assume all liability arising therefrom.</a:t>
            </a:r>
            <a:endParaRPr lang="zh-CN" altLang="zh-CN" sz="700" dirty="0">
              <a:solidFill>
                <a:srgbClr val="FFFFFF"/>
              </a:solidFill>
              <a:latin typeface="Arial"/>
              <a:ea typeface="华文黑体_易方达" panose="02010600040101010101" pitchFamily="2" charset="-122"/>
              <a:cs typeface="华文黑体" panose="02010600040101010101" pitchFamily="2" charset="-122"/>
            </a:endParaRPr>
          </a:p>
        </p:txBody>
      </p:sp>
      <p:sp>
        <p:nvSpPr>
          <p:cNvPr id="9" name="内容占位符 8"/>
          <p:cNvSpPr>
            <a:spLocks noGrp="1"/>
          </p:cNvSpPr>
          <p:nvPr>
            <p:ph sz="quarter" idx="10"/>
          </p:nvPr>
        </p:nvSpPr>
        <p:spPr>
          <a:xfrm>
            <a:off x="362992" y="3194835"/>
            <a:ext cx="1891110" cy="345807"/>
          </a:xfrm>
          <a:prstGeom prst="rect">
            <a:avLst/>
          </a:prstGeom>
        </p:spPr>
        <p:txBody>
          <a:bodyPr/>
          <a:lstStyle>
            <a:lvl1pPr>
              <a:defRPr sz="1400">
                <a:latin typeface="Arial" panose="020B0604020202020204" pitchFamily="34" charset="0"/>
                <a:ea typeface="华文黑体_易方达" panose="02010600040101010101" pitchFamily="2" charset="-122"/>
                <a:cs typeface="Arial" panose="020B0604020202020204" pitchFamily="34" charset="0"/>
              </a:defRPr>
            </a:lvl1pPr>
          </a:lstStyle>
          <a:p>
            <a:pPr lvl="0"/>
            <a:r>
              <a:rPr lang="zh-CN" altLang="en-US" smtClean="0"/>
              <a:t>编辑母版文本样式</a:t>
            </a:r>
          </a:p>
        </p:txBody>
      </p:sp>
      <p:pic>
        <p:nvPicPr>
          <p:cNvPr id="10" name="图片 9"/>
          <p:cNvPicPr>
            <a:picLocks noChangeAspect="1"/>
          </p:cNvPicPr>
          <p:nvPr userDrawn="1"/>
        </p:nvPicPr>
        <p:blipFill>
          <a:blip r:embed="rId4">
            <a:extLst>
              <a:ext uri="{28A0092B-C50C-407E-A947-70E740481C1C}">
                <a14:useLocalDpi xmlns:a14="http://schemas.microsoft.com/office/drawing/2010/main" val="0"/>
              </a:ext>
            </a:extLst>
          </a:blip>
          <a:stretch>
            <a:fillRect/>
          </a:stretch>
        </p:blipFill>
        <p:spPr>
          <a:xfrm>
            <a:off x="7253163" y="4443086"/>
            <a:ext cx="1480616" cy="629304"/>
          </a:xfrm>
          <a:prstGeom prst="rect">
            <a:avLst/>
          </a:prstGeom>
        </p:spPr>
      </p:pic>
      <p:sp>
        <p:nvSpPr>
          <p:cNvPr id="2" name="矩形 1"/>
          <p:cNvSpPr/>
          <p:nvPr userDrawn="1"/>
        </p:nvSpPr>
        <p:spPr>
          <a:xfrm>
            <a:off x="281663" y="3925675"/>
            <a:ext cx="1645002" cy="276999"/>
          </a:xfrm>
          <a:prstGeom prst="rect">
            <a:avLst/>
          </a:prstGeom>
        </p:spPr>
        <p:txBody>
          <a:bodyPr wrap="none">
            <a:spAutoFit/>
          </a:bodyPr>
          <a:lstStyle/>
          <a:p>
            <a:r>
              <a:rPr lang="en-US" altLang="zh-CN" sz="1200" dirty="0" smtClean="0">
                <a:solidFill>
                  <a:schemeClr val="accent1"/>
                </a:solidFill>
                <a:latin typeface="Arial" panose="020B0604020202020204" pitchFamily="34" charset="0"/>
                <a:ea typeface="华文黑体_易方达" panose="02010600040101010101" pitchFamily="2" charset="-122"/>
                <a:cs typeface="Arial" panose="020B0604020202020204" pitchFamily="34" charset="0"/>
              </a:rPr>
              <a:t>For Internal Use Only</a:t>
            </a:r>
            <a:endParaRPr lang="zh-CN" altLang="en-US" sz="1200" dirty="0" smtClean="0">
              <a:solidFill>
                <a:schemeClr val="accent1"/>
              </a:solidFill>
              <a:latin typeface="Arial" panose="020B0604020202020204" pitchFamily="34" charset="0"/>
              <a:ea typeface="华文黑体_易方达" panose="02010600040101010101" pitchFamily="2" charset="-122"/>
              <a:cs typeface="Arial" panose="020B0604020202020204" pitchFamily="34" charset="0"/>
            </a:endParaRPr>
          </a:p>
        </p:txBody>
      </p:sp>
    </p:spTree>
    <p:extLst>
      <p:ext uri="{BB962C8B-B14F-4D97-AF65-F5344CB8AC3E}">
        <p14:creationId xmlns:p14="http://schemas.microsoft.com/office/powerpoint/2010/main" val="1061451035"/>
      </p:ext>
    </p:extLst>
  </p:cSld>
  <p:clrMapOvr>
    <a:masterClrMapping/>
  </p:clrMapOvr>
  <p:timing>
    <p:tnLst>
      <p:par>
        <p:cTn id="1" dur="indefinite" restart="never" nodeType="tmRoot"/>
      </p:par>
    </p:tnLst>
  </p:timing>
</p:sldLayout>
</file>

<file path=ppt/slideLayouts/slideLayout25.xml><?xml version="1.0" encoding="utf-8"?>
<p:sldLayout xmlns:a="http://schemas.openxmlformats.org/drawingml/2006/main" xmlns:r="http://schemas.openxmlformats.org/officeDocument/2006/relationships" xmlns:p="http://schemas.openxmlformats.org/presentationml/2006/main" preserve="1" userDrawn="1">
  <p:cSld name="2_章节页">
    <p:spTree>
      <p:nvGrpSpPr>
        <p:cNvPr id="1" name=""/>
        <p:cNvGrpSpPr/>
        <p:nvPr/>
      </p:nvGrpSpPr>
      <p:grpSpPr>
        <a:xfrm>
          <a:off x="0" y="0"/>
          <a:ext cx="0" cy="0"/>
          <a:chOff x="0" y="0"/>
          <a:chExt cx="0" cy="0"/>
        </a:xfrm>
      </p:grpSpPr>
      <p:pic>
        <p:nvPicPr>
          <p:cNvPr id="7" name="Picture 6" descr="Bar_1.png"/>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0" y="0"/>
            <a:ext cx="9144000" cy="792480"/>
          </a:xfrm>
          <a:prstGeom prst="rect">
            <a:avLst/>
          </a:prstGeom>
        </p:spPr>
      </p:pic>
      <p:sp>
        <p:nvSpPr>
          <p:cNvPr id="5" name="Rectangle 21"/>
          <p:cNvSpPr>
            <a:spLocks noGrp="1" noChangeArrowheads="1"/>
          </p:cNvSpPr>
          <p:nvPr>
            <p:ph type="title" hasCustomPrompt="1"/>
          </p:nvPr>
        </p:nvSpPr>
        <p:spPr bwMode="auto">
          <a:xfrm>
            <a:off x="380093" y="1439173"/>
            <a:ext cx="2735640" cy="268047"/>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 uri="{FAA26D3D-D897-4be2-8F04-BA451C77F1D7}">
              <ma14:placeholderFlag xmlns:ma14="http://schemas.microsoft.com/office/mac/drawingml/2011/main" xmlns="" val="1"/>
            </a:ext>
          </a:extLst>
        </p:spPr>
        <p:txBody>
          <a:bodyPr vert="horz" wrap="square" lIns="0" tIns="0" rIns="0" bIns="45720" numCol="1" anchor="t" anchorCtr="0" compatLnSpc="1">
            <a:prstTxWarp prst="textNoShape">
              <a:avLst/>
            </a:prstTxWarp>
          </a:bodyPr>
          <a:lstStyle>
            <a:lvl1pPr marL="0" marR="0" indent="0" algn="l" defTabSz="914400" rtl="0" eaLnBrk="1" fontAlgn="base" latinLnBrk="0" hangingPunct="1">
              <a:lnSpc>
                <a:spcPct val="100000"/>
              </a:lnSpc>
              <a:spcBef>
                <a:spcPct val="0"/>
              </a:spcBef>
              <a:spcAft>
                <a:spcPct val="0"/>
              </a:spcAft>
              <a:buClrTx/>
              <a:buSzTx/>
              <a:buFontTx/>
              <a:buNone/>
              <a:tabLst/>
              <a:defRPr sz="1400">
                <a:solidFill>
                  <a:srgbClr val="005096"/>
                </a:solidFill>
                <a:latin typeface="+mj-lt"/>
                <a:ea typeface="华文黑体_易方达" panose="02010600040101010101" pitchFamily="2" charset="-122"/>
              </a:defRPr>
            </a:lvl1pPr>
          </a:lstStyle>
          <a:p>
            <a:pPr lvl="0"/>
            <a:r>
              <a:rPr lang="en-US" altLang="zh-CN" dirty="0" smtClean="0"/>
              <a:t>Click  to add title</a:t>
            </a:r>
            <a:endParaRPr lang="zh-CN" altLang="en-US" dirty="0" smtClean="0"/>
          </a:p>
        </p:txBody>
      </p:sp>
      <p:sp>
        <p:nvSpPr>
          <p:cNvPr id="17" name="Rectangle 22"/>
          <p:cNvSpPr>
            <a:spLocks noGrp="1" noChangeAspect="1" noChangeArrowheads="1"/>
          </p:cNvSpPr>
          <p:nvPr>
            <p:ph idx="1" hasCustomPrompt="1"/>
          </p:nvPr>
        </p:nvSpPr>
        <p:spPr bwMode="auto">
          <a:xfrm>
            <a:off x="336351" y="2244696"/>
            <a:ext cx="5801981" cy="1181168"/>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 uri="{FAA26D3D-D897-4be2-8F04-BA451C77F1D7}">
              <ma14:placeholderFlag xmlns:ma14="http://schemas.microsoft.com/office/mac/drawingml/2011/main" xmlns="" val="1"/>
            </a:ext>
          </a:extLst>
        </p:spPr>
        <p:txBody>
          <a:bodyPr vert="horz" wrap="square" lIns="0" tIns="0" rIns="0" bIns="0" numCol="1" anchor="t" anchorCtr="0" compatLnSpc="1">
            <a:prstTxWarp prst="textNoShape">
              <a:avLst/>
            </a:prstTxWarp>
          </a:bodyPr>
          <a:lstStyle>
            <a:lvl1pPr marL="0" indent="0" algn="l">
              <a:lnSpc>
                <a:spcPts val="3300"/>
              </a:lnSpc>
              <a:buFontTx/>
              <a:buNone/>
              <a:defRPr sz="2800" b="1" i="0" baseline="0">
                <a:solidFill>
                  <a:srgbClr val="005096"/>
                </a:solidFill>
                <a:latin typeface="+mj-lt"/>
                <a:ea typeface="华文黑体_易方达" panose="02010600040101010101" pitchFamily="2" charset="-122"/>
                <a:cs typeface="华文黑体"/>
              </a:defRPr>
            </a:lvl1pPr>
            <a:lvl2pPr algn="l">
              <a:lnSpc>
                <a:spcPts val="2400"/>
              </a:lnSpc>
              <a:buFontTx/>
              <a:buNone/>
              <a:defRPr sz="1500" baseline="0">
                <a:solidFill>
                  <a:schemeClr val="bg1"/>
                </a:solidFill>
                <a:latin typeface="Arial"/>
              </a:defRPr>
            </a:lvl2pPr>
            <a:lvl3pPr>
              <a:buFontTx/>
              <a:buNone/>
              <a:defRPr/>
            </a:lvl3pPr>
            <a:lvl4pPr>
              <a:buFontTx/>
              <a:buNone/>
              <a:defRPr/>
            </a:lvl4pPr>
            <a:lvl5pPr>
              <a:buFontTx/>
              <a:buNone/>
              <a:defRPr/>
            </a:lvl5pPr>
          </a:lstStyle>
          <a:p>
            <a:pPr lvl="0"/>
            <a:r>
              <a:rPr lang="en-US" altLang="zh-CN" dirty="0" smtClean="0"/>
              <a:t>Click  to add title</a:t>
            </a:r>
            <a:endParaRPr lang="en-US" dirty="0" smtClean="0"/>
          </a:p>
        </p:txBody>
      </p:sp>
      <p:pic>
        <p:nvPicPr>
          <p:cNvPr id="9" name="图片 8"/>
          <p:cNvPicPr>
            <a:picLocks noChangeAspect="1"/>
          </p:cNvPicPr>
          <p:nvPr userDrawn="1"/>
        </p:nvPicPr>
        <p:blipFill>
          <a:blip r:embed="rId3">
            <a:extLst>
              <a:ext uri="{28A0092B-C50C-407E-A947-70E740481C1C}">
                <a14:useLocalDpi xmlns:a14="http://schemas.microsoft.com/office/drawing/2010/main" val="0"/>
              </a:ext>
            </a:extLst>
          </a:blip>
          <a:stretch>
            <a:fillRect/>
          </a:stretch>
        </p:blipFill>
        <p:spPr>
          <a:xfrm>
            <a:off x="7299995" y="81588"/>
            <a:ext cx="1480616" cy="629304"/>
          </a:xfrm>
          <a:prstGeom prst="rect">
            <a:avLst/>
          </a:prstGeom>
        </p:spPr>
      </p:pic>
      <p:sp>
        <p:nvSpPr>
          <p:cNvPr id="8" name="文本框 7"/>
          <p:cNvSpPr txBox="1"/>
          <p:nvPr userDrawn="1"/>
        </p:nvSpPr>
        <p:spPr>
          <a:xfrm>
            <a:off x="4118640" y="4755072"/>
            <a:ext cx="2576919" cy="215444"/>
          </a:xfrm>
          <a:prstGeom prst="rect">
            <a:avLst/>
          </a:prstGeom>
          <a:noFill/>
        </p:spPr>
        <p:txBody>
          <a:bodyPr wrap="square" rtlCol="0">
            <a:spAutoFit/>
          </a:bodyPr>
          <a:lstStyle/>
          <a:p>
            <a:r>
              <a:rPr lang="en-US" altLang="zh-CN" sz="800" dirty="0" smtClean="0">
                <a:solidFill>
                  <a:srgbClr val="3C3C3C"/>
                </a:solidFill>
                <a:latin typeface="Arial" panose="020B0604020202020204" pitchFamily="34" charset="0"/>
                <a:ea typeface="华文黑体_易方达" panose="02010600040101010101" pitchFamily="2" charset="-122"/>
                <a:cs typeface="Arial" panose="020B0604020202020204" pitchFamily="34" charset="0"/>
              </a:rPr>
              <a:t>For Internal Use Only</a:t>
            </a:r>
            <a:endParaRPr lang="zh-CN" altLang="en-US" sz="800" dirty="0" smtClean="0">
              <a:solidFill>
                <a:srgbClr val="3C3C3C"/>
              </a:solidFill>
              <a:latin typeface="Arial" panose="020B0604020202020204" pitchFamily="34" charset="0"/>
              <a:ea typeface="华文黑体_易方达" panose="02010600040101010101" pitchFamily="2" charset="-122"/>
              <a:cs typeface="Arial" panose="020B0604020202020204" pitchFamily="34" charset="0"/>
            </a:endParaRPr>
          </a:p>
        </p:txBody>
      </p:sp>
    </p:spTree>
    <p:extLst>
      <p:ext uri="{BB962C8B-B14F-4D97-AF65-F5344CB8AC3E}">
        <p14:creationId xmlns:p14="http://schemas.microsoft.com/office/powerpoint/2010/main" val="3451068211"/>
      </p:ext>
    </p:extLst>
  </p:cSld>
  <p:clrMapOvr>
    <a:masterClrMapping/>
  </p:clrMapOvr>
  <p:timing>
    <p:tnLst>
      <p:par>
        <p:cTn id="1" dur="indefinite" restart="never" nodeType="tmRoot"/>
      </p:par>
    </p:tnLst>
  </p:timing>
</p:sldLayout>
</file>

<file path=ppt/slideLayouts/slideLayout26.xml><?xml version="1.0" encoding="utf-8"?>
<p:sldLayout xmlns:a="http://schemas.openxmlformats.org/drawingml/2006/main" xmlns:r="http://schemas.openxmlformats.org/officeDocument/2006/relationships" xmlns:p="http://schemas.openxmlformats.org/presentationml/2006/main" preserve="1" userDrawn="1">
  <p:cSld name="2_文字内容页">
    <p:spTree>
      <p:nvGrpSpPr>
        <p:cNvPr id="1" name=""/>
        <p:cNvGrpSpPr/>
        <p:nvPr/>
      </p:nvGrpSpPr>
      <p:grpSpPr>
        <a:xfrm>
          <a:off x="0" y="0"/>
          <a:ext cx="0" cy="0"/>
          <a:chOff x="0" y="0"/>
          <a:chExt cx="0" cy="0"/>
        </a:xfrm>
      </p:grpSpPr>
      <p:pic>
        <p:nvPicPr>
          <p:cNvPr id="10" name="Picture 9" descr="Bar_1.png"/>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0" y="0"/>
            <a:ext cx="9144000" cy="792480"/>
          </a:xfrm>
          <a:prstGeom prst="rect">
            <a:avLst/>
          </a:prstGeom>
        </p:spPr>
      </p:pic>
      <p:sp>
        <p:nvSpPr>
          <p:cNvPr id="17" name="Rectangle 21"/>
          <p:cNvSpPr>
            <a:spLocks noGrp="1" noChangeArrowheads="1"/>
          </p:cNvSpPr>
          <p:nvPr>
            <p:ph type="title" hasCustomPrompt="1"/>
          </p:nvPr>
        </p:nvSpPr>
        <p:spPr bwMode="auto">
          <a:xfrm>
            <a:off x="363151" y="211632"/>
            <a:ext cx="6191653" cy="268047"/>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 uri="{FAA26D3D-D897-4be2-8F04-BA451C77F1D7}">
              <ma14:placeholderFlag xmlns:ma14="http://schemas.microsoft.com/office/mac/drawingml/2011/main" xmlns="" val="1"/>
            </a:ext>
          </a:extLst>
        </p:spPr>
        <p:txBody>
          <a:bodyPr vert="horz" wrap="square" lIns="0" tIns="0" rIns="0" bIns="45720" numCol="1" anchor="t" anchorCtr="0" compatLnSpc="1">
            <a:prstTxWarp prst="textNoShape">
              <a:avLst/>
            </a:prstTxWarp>
          </a:bodyPr>
          <a:lstStyle>
            <a:lvl1pPr marL="0" marR="0" indent="0" algn="l" defTabSz="914400" rtl="0" eaLnBrk="1" fontAlgn="base" latinLnBrk="0" hangingPunct="1">
              <a:lnSpc>
                <a:spcPct val="100000"/>
              </a:lnSpc>
              <a:spcBef>
                <a:spcPct val="0"/>
              </a:spcBef>
              <a:spcAft>
                <a:spcPct val="0"/>
              </a:spcAft>
              <a:buClrTx/>
              <a:buSzTx/>
              <a:buFontTx/>
              <a:buNone/>
              <a:tabLst/>
              <a:defRPr sz="2300" b="1">
                <a:solidFill>
                  <a:schemeClr val="bg1"/>
                </a:solidFill>
                <a:latin typeface="+mn-lt"/>
                <a:ea typeface="华文黑体_易方达" panose="02010600040101010101" pitchFamily="2" charset="-122"/>
              </a:defRPr>
            </a:lvl1pPr>
          </a:lstStyle>
          <a:p>
            <a:pPr lvl="0"/>
            <a:r>
              <a:rPr lang="en-US" altLang="zh-CN" dirty="0" smtClean="0"/>
              <a:t>Click  to add title</a:t>
            </a:r>
            <a:endParaRPr lang="en-US" dirty="0" smtClean="0"/>
          </a:p>
        </p:txBody>
      </p:sp>
      <p:sp>
        <p:nvSpPr>
          <p:cNvPr id="33" name="Rectangle 22"/>
          <p:cNvSpPr>
            <a:spLocks noGrp="1" noChangeAspect="1" noChangeArrowheads="1"/>
          </p:cNvSpPr>
          <p:nvPr>
            <p:ph idx="10" hasCustomPrompt="1"/>
          </p:nvPr>
        </p:nvSpPr>
        <p:spPr bwMode="auto">
          <a:xfrm>
            <a:off x="360363" y="1296527"/>
            <a:ext cx="8030104" cy="2479218"/>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 uri="{FAA26D3D-D897-4be2-8F04-BA451C77F1D7}">
              <ma14:placeholderFlag xmlns:ma14="http://schemas.microsoft.com/office/mac/drawingml/2011/main" xmlns="" val="1"/>
            </a:ext>
          </a:extLst>
        </p:spPr>
        <p:txBody>
          <a:bodyPr vert="horz" wrap="square" lIns="0" tIns="0" rIns="0" bIns="0" numCol="1" anchor="t" anchorCtr="0" compatLnSpc="1">
            <a:prstTxWarp prst="textNoShape">
              <a:avLst/>
            </a:prstTxWarp>
          </a:bodyPr>
          <a:lstStyle>
            <a:lvl1pPr marL="0" marR="0" indent="0" algn="l" defTabSz="914400" rtl="0" eaLnBrk="1" fontAlgn="base" latinLnBrk="0" hangingPunct="1">
              <a:lnSpc>
                <a:spcPts val="1800"/>
              </a:lnSpc>
              <a:spcBef>
                <a:spcPts val="0"/>
              </a:spcBef>
              <a:spcAft>
                <a:spcPct val="0"/>
              </a:spcAft>
              <a:buClrTx/>
              <a:buSzTx/>
              <a:buFontTx/>
              <a:buNone/>
              <a:tabLst/>
              <a:defRPr sz="1500" b="0" baseline="0">
                <a:solidFill>
                  <a:srgbClr val="005096"/>
                </a:solidFill>
                <a:latin typeface="+mn-lt"/>
                <a:ea typeface="华文黑体_易方达" panose="02010600040101010101" pitchFamily="2" charset="-122"/>
              </a:defRPr>
            </a:lvl1pPr>
            <a:lvl2pPr algn="l">
              <a:lnSpc>
                <a:spcPts val="2400"/>
              </a:lnSpc>
              <a:buFontTx/>
              <a:buNone/>
              <a:defRPr sz="1500" baseline="0">
                <a:solidFill>
                  <a:schemeClr val="bg1"/>
                </a:solidFill>
                <a:latin typeface="Arial"/>
              </a:defRPr>
            </a:lvl2pPr>
            <a:lvl3pPr>
              <a:buFontTx/>
              <a:buNone/>
              <a:defRPr/>
            </a:lvl3pPr>
            <a:lvl4pPr>
              <a:buFontTx/>
              <a:buNone/>
              <a:defRPr/>
            </a:lvl4pPr>
            <a:lvl5pPr>
              <a:buFontTx/>
              <a:buNone/>
              <a:defRPr/>
            </a:lvl5pPr>
          </a:lstStyle>
          <a:p>
            <a:pPr lvl="0"/>
            <a:r>
              <a:rPr lang="en-US" altLang="zh-CN" dirty="0" smtClean="0"/>
              <a:t>Click  to add title</a:t>
            </a:r>
            <a:endParaRPr lang="en-US" dirty="0" smtClean="0"/>
          </a:p>
        </p:txBody>
      </p:sp>
      <p:sp>
        <p:nvSpPr>
          <p:cNvPr id="16" name="Slide Number Placeholder 5"/>
          <p:cNvSpPr txBox="1">
            <a:spLocks/>
          </p:cNvSpPr>
          <p:nvPr userDrawn="1"/>
        </p:nvSpPr>
        <p:spPr bwMode="auto">
          <a:xfrm>
            <a:off x="8359020" y="4791886"/>
            <a:ext cx="448205" cy="141816"/>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lIns="0" tIns="0" rIns="0" bIns="0"/>
          <a:lstStyle>
            <a:lvl1pPr eaLnBrk="0" hangingPunct="0">
              <a:defRPr sz="2400">
                <a:solidFill>
                  <a:schemeClr val="tx1"/>
                </a:solidFill>
                <a:latin typeface="Arial" charset="0"/>
                <a:ea typeface="ＭＳ Ｐゴシック" charset="0"/>
                <a:cs typeface="ＭＳ Ｐゴシック" charset="0"/>
              </a:defRPr>
            </a:lvl1pPr>
            <a:lvl2pPr marL="742950" indent="-285750" eaLnBrk="0" hangingPunct="0">
              <a:defRPr sz="2400">
                <a:solidFill>
                  <a:schemeClr val="tx1"/>
                </a:solidFill>
                <a:latin typeface="Arial" charset="0"/>
                <a:ea typeface="ＭＳ Ｐゴシック" charset="0"/>
              </a:defRPr>
            </a:lvl2pPr>
            <a:lvl3pPr marL="1143000" indent="-228600" eaLnBrk="0" hangingPunct="0">
              <a:defRPr sz="2400">
                <a:solidFill>
                  <a:schemeClr val="tx1"/>
                </a:solidFill>
                <a:latin typeface="Arial" charset="0"/>
                <a:ea typeface="ＭＳ Ｐゴシック" charset="0"/>
              </a:defRPr>
            </a:lvl3pPr>
            <a:lvl4pPr marL="1600200" indent="-228600" eaLnBrk="0" hangingPunct="0">
              <a:defRPr sz="2400">
                <a:solidFill>
                  <a:schemeClr val="tx1"/>
                </a:solidFill>
                <a:latin typeface="Arial" charset="0"/>
                <a:ea typeface="ＭＳ Ｐゴシック" charset="0"/>
              </a:defRPr>
            </a:lvl4pPr>
            <a:lvl5pPr marL="2057400" indent="-228600" eaLnBrk="0" hangingPunct="0">
              <a:defRPr sz="2400">
                <a:solidFill>
                  <a:schemeClr val="tx1"/>
                </a:solidFill>
                <a:latin typeface="Arial" charset="0"/>
                <a:ea typeface="ＭＳ Ｐゴシック" charset="0"/>
              </a:defRPr>
            </a:lvl5pPr>
            <a:lvl6pPr marL="2514600" indent="-228600" eaLnBrk="0" fontAlgn="base" hangingPunct="0">
              <a:spcBef>
                <a:spcPct val="0"/>
              </a:spcBef>
              <a:spcAft>
                <a:spcPct val="0"/>
              </a:spcAft>
              <a:defRPr sz="2400">
                <a:solidFill>
                  <a:schemeClr val="tx1"/>
                </a:solidFill>
                <a:latin typeface="Arial" charset="0"/>
                <a:ea typeface="ＭＳ Ｐゴシック" charset="0"/>
              </a:defRPr>
            </a:lvl6pPr>
            <a:lvl7pPr marL="2971800" indent="-228600" eaLnBrk="0" fontAlgn="base" hangingPunct="0">
              <a:spcBef>
                <a:spcPct val="0"/>
              </a:spcBef>
              <a:spcAft>
                <a:spcPct val="0"/>
              </a:spcAft>
              <a:defRPr sz="2400">
                <a:solidFill>
                  <a:schemeClr val="tx1"/>
                </a:solidFill>
                <a:latin typeface="Arial" charset="0"/>
                <a:ea typeface="ＭＳ Ｐゴシック" charset="0"/>
              </a:defRPr>
            </a:lvl7pPr>
            <a:lvl8pPr marL="3429000" indent="-228600" eaLnBrk="0" fontAlgn="base" hangingPunct="0">
              <a:spcBef>
                <a:spcPct val="0"/>
              </a:spcBef>
              <a:spcAft>
                <a:spcPct val="0"/>
              </a:spcAft>
              <a:defRPr sz="2400">
                <a:solidFill>
                  <a:schemeClr val="tx1"/>
                </a:solidFill>
                <a:latin typeface="Arial" charset="0"/>
                <a:ea typeface="ＭＳ Ｐゴシック" charset="0"/>
              </a:defRPr>
            </a:lvl8pPr>
            <a:lvl9pPr marL="3886200" indent="-228600" eaLnBrk="0" fontAlgn="base" hangingPunct="0">
              <a:spcBef>
                <a:spcPct val="0"/>
              </a:spcBef>
              <a:spcAft>
                <a:spcPct val="0"/>
              </a:spcAft>
              <a:defRPr sz="2400">
                <a:solidFill>
                  <a:schemeClr val="tx1"/>
                </a:solidFill>
                <a:latin typeface="Arial" charset="0"/>
                <a:ea typeface="ＭＳ Ｐゴシック" charset="0"/>
              </a:defRPr>
            </a:lvl9pPr>
          </a:lstStyle>
          <a:p>
            <a:pPr algn="r"/>
            <a:fld id="{BDAEED39-8CE5-E849-8BB2-D2203B6D9153}" type="slidenum">
              <a:rPr lang="en-US" altLang="zh-CN" sz="800" smtClean="0">
                <a:solidFill>
                  <a:srgbClr val="505050"/>
                </a:solidFill>
                <a:latin typeface="Arial"/>
                <a:ea typeface="黑体" pitchFamily="49" charset="-122"/>
                <a:cs typeface="Arial"/>
              </a:rPr>
              <a:pPr algn="r"/>
              <a:t>‹#›</a:t>
            </a:fld>
            <a:endParaRPr lang="en-US" altLang="zh-CN" sz="800" dirty="0">
              <a:solidFill>
                <a:srgbClr val="505050"/>
              </a:solidFill>
              <a:latin typeface="Arial"/>
              <a:ea typeface="黑体" pitchFamily="49" charset="-122"/>
              <a:cs typeface="Arial"/>
            </a:endParaRPr>
          </a:p>
          <a:p>
            <a:pPr algn="r"/>
            <a:endParaRPr lang="en-US" altLang="zh-CN" sz="800" dirty="0">
              <a:solidFill>
                <a:srgbClr val="505050"/>
              </a:solidFill>
              <a:latin typeface="Arial"/>
              <a:ea typeface="黑体" pitchFamily="49" charset="-122"/>
              <a:cs typeface="Arial"/>
            </a:endParaRPr>
          </a:p>
        </p:txBody>
      </p:sp>
      <p:pic>
        <p:nvPicPr>
          <p:cNvPr id="6" name="Picture 5" descr="Line.png"/>
          <p:cNvPicPr>
            <a:picLocks noChangeAspect="1"/>
          </p:cNvPicPr>
          <p:nvPr userDrawn="1"/>
        </p:nvPicPr>
        <p:blipFill>
          <a:blip r:embed="rId3">
            <a:extLst>
              <a:ext uri="{28A0092B-C50C-407E-A947-70E740481C1C}">
                <a14:useLocalDpi xmlns:a14="http://schemas.microsoft.com/office/drawing/2010/main" val="0"/>
              </a:ext>
            </a:extLst>
          </a:blip>
          <a:stretch>
            <a:fillRect/>
          </a:stretch>
        </p:blipFill>
        <p:spPr>
          <a:xfrm>
            <a:off x="368300" y="4729417"/>
            <a:ext cx="8424672" cy="6096"/>
          </a:xfrm>
          <a:prstGeom prst="rect">
            <a:avLst/>
          </a:prstGeom>
          <a:ln>
            <a:solidFill>
              <a:schemeClr val="bg1">
                <a:lumMod val="65000"/>
              </a:schemeClr>
            </a:solidFill>
          </a:ln>
        </p:spPr>
      </p:pic>
      <p:sp>
        <p:nvSpPr>
          <p:cNvPr id="2" name="文本框 1"/>
          <p:cNvSpPr txBox="1"/>
          <p:nvPr userDrawn="1"/>
        </p:nvSpPr>
        <p:spPr>
          <a:xfrm>
            <a:off x="368300" y="4253023"/>
            <a:ext cx="2576919" cy="338554"/>
          </a:xfrm>
          <a:prstGeom prst="rect">
            <a:avLst/>
          </a:prstGeom>
          <a:noFill/>
        </p:spPr>
        <p:txBody>
          <a:bodyPr wrap="square" rtlCol="0">
            <a:spAutoFit/>
          </a:bodyPr>
          <a:lstStyle/>
          <a:p>
            <a:endParaRPr lang="zh-CN" altLang="en-US" sz="1600" dirty="0" smtClean="0">
              <a:solidFill>
                <a:srgbClr val="000000"/>
              </a:solidFill>
              <a:latin typeface="Verdana" pitchFamily="34" charset="0"/>
              <a:ea typeface="黑体" pitchFamily="49" charset="-122"/>
            </a:endParaRPr>
          </a:p>
        </p:txBody>
      </p:sp>
      <p:sp>
        <p:nvSpPr>
          <p:cNvPr id="3" name="文本框 2"/>
          <p:cNvSpPr txBox="1"/>
          <p:nvPr userDrawn="1"/>
        </p:nvSpPr>
        <p:spPr>
          <a:xfrm>
            <a:off x="283240" y="4755705"/>
            <a:ext cx="2576919" cy="215444"/>
          </a:xfrm>
          <a:prstGeom prst="rect">
            <a:avLst/>
          </a:prstGeom>
          <a:noFill/>
        </p:spPr>
        <p:txBody>
          <a:bodyPr wrap="square" rtlCol="0">
            <a:spAutoFit/>
          </a:bodyPr>
          <a:lstStyle/>
          <a:p>
            <a:r>
              <a:rPr lang="en-US" altLang="zh-CN" sz="800" dirty="0" smtClean="0">
                <a:solidFill>
                  <a:srgbClr val="3C3C3C"/>
                </a:solidFill>
                <a:latin typeface="Arial"/>
                <a:ea typeface="华文黑体_易方达" panose="02010600040101010101" pitchFamily="2" charset="-122"/>
                <a:cs typeface="华文黑体" panose="02010600040101010101" pitchFamily="2" charset="-122"/>
              </a:rPr>
              <a:t>E Fund Management Co., Ltd.</a:t>
            </a:r>
            <a:endParaRPr lang="zh-CN" altLang="en-US" sz="800" dirty="0" smtClean="0">
              <a:solidFill>
                <a:srgbClr val="3C3C3C"/>
              </a:solidFill>
              <a:latin typeface="Arial"/>
              <a:ea typeface="华文黑体_易方达" panose="02010600040101010101" pitchFamily="2" charset="-122"/>
              <a:cs typeface="华文黑体" panose="02010600040101010101" pitchFamily="2" charset="-122"/>
            </a:endParaRPr>
          </a:p>
        </p:txBody>
      </p:sp>
      <p:pic>
        <p:nvPicPr>
          <p:cNvPr id="12" name="图片 11"/>
          <p:cNvPicPr>
            <a:picLocks noChangeAspect="1"/>
          </p:cNvPicPr>
          <p:nvPr userDrawn="1"/>
        </p:nvPicPr>
        <p:blipFill>
          <a:blip r:embed="rId4">
            <a:extLst>
              <a:ext uri="{28A0092B-C50C-407E-A947-70E740481C1C}">
                <a14:useLocalDpi xmlns:a14="http://schemas.microsoft.com/office/drawing/2010/main" val="0"/>
              </a:ext>
            </a:extLst>
          </a:blip>
          <a:stretch>
            <a:fillRect/>
          </a:stretch>
        </p:blipFill>
        <p:spPr>
          <a:xfrm>
            <a:off x="7299995" y="81588"/>
            <a:ext cx="1480616" cy="629304"/>
          </a:xfrm>
          <a:prstGeom prst="rect">
            <a:avLst/>
          </a:prstGeom>
        </p:spPr>
      </p:pic>
      <p:sp>
        <p:nvSpPr>
          <p:cNvPr id="11" name="文本框 10"/>
          <p:cNvSpPr txBox="1"/>
          <p:nvPr userDrawn="1"/>
        </p:nvSpPr>
        <p:spPr>
          <a:xfrm>
            <a:off x="4118640" y="4755072"/>
            <a:ext cx="2576919" cy="215444"/>
          </a:xfrm>
          <a:prstGeom prst="rect">
            <a:avLst/>
          </a:prstGeom>
          <a:noFill/>
        </p:spPr>
        <p:txBody>
          <a:bodyPr wrap="square" rtlCol="0">
            <a:spAutoFit/>
          </a:bodyPr>
          <a:lstStyle/>
          <a:p>
            <a:r>
              <a:rPr lang="en-US" altLang="zh-CN" sz="800" dirty="0" smtClean="0">
                <a:solidFill>
                  <a:srgbClr val="3C3C3C"/>
                </a:solidFill>
                <a:latin typeface="Arial" panose="020B0604020202020204" pitchFamily="34" charset="0"/>
                <a:ea typeface="华文黑体_易方达" panose="02010600040101010101" pitchFamily="2" charset="-122"/>
                <a:cs typeface="Arial" panose="020B0604020202020204" pitchFamily="34" charset="0"/>
              </a:rPr>
              <a:t>For Internal Use Only</a:t>
            </a:r>
            <a:endParaRPr lang="zh-CN" altLang="en-US" sz="800" dirty="0" smtClean="0">
              <a:solidFill>
                <a:srgbClr val="3C3C3C"/>
              </a:solidFill>
              <a:latin typeface="Arial" panose="020B0604020202020204" pitchFamily="34" charset="0"/>
              <a:ea typeface="华文黑体_易方达" panose="02010600040101010101" pitchFamily="2" charset="-122"/>
              <a:cs typeface="Arial" panose="020B0604020202020204" pitchFamily="34" charset="0"/>
            </a:endParaRPr>
          </a:p>
        </p:txBody>
      </p:sp>
    </p:spTree>
    <p:extLst>
      <p:ext uri="{BB962C8B-B14F-4D97-AF65-F5344CB8AC3E}">
        <p14:creationId xmlns:p14="http://schemas.microsoft.com/office/powerpoint/2010/main" val="680167553"/>
      </p:ext>
    </p:extLst>
  </p:cSld>
  <p:clrMapOvr>
    <a:masterClrMapping/>
  </p:clrMapOvr>
  <p:timing>
    <p:tnLst>
      <p:par>
        <p:cTn id="1" dur="indefinite" restart="never" nodeType="tmRoot"/>
      </p:par>
    </p:tnLst>
  </p:timing>
</p:sldLayout>
</file>

<file path=ppt/slideLayouts/slideLayout27.xml><?xml version="1.0" encoding="utf-8"?>
<p:sldLayout xmlns:a="http://schemas.openxmlformats.org/drawingml/2006/main" xmlns:r="http://schemas.openxmlformats.org/officeDocument/2006/relationships" xmlns:p="http://schemas.openxmlformats.org/presentationml/2006/main" preserve="1" userDrawn="1">
  <p:cSld name="3_图形内容1">
    <p:spTree>
      <p:nvGrpSpPr>
        <p:cNvPr id="1" name=""/>
        <p:cNvGrpSpPr/>
        <p:nvPr/>
      </p:nvGrpSpPr>
      <p:grpSpPr>
        <a:xfrm>
          <a:off x="0" y="0"/>
          <a:ext cx="0" cy="0"/>
          <a:chOff x="0" y="0"/>
          <a:chExt cx="0" cy="0"/>
        </a:xfrm>
      </p:grpSpPr>
      <p:pic>
        <p:nvPicPr>
          <p:cNvPr id="9" name="Picture 8" descr="Bar_1.png"/>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0" y="0"/>
            <a:ext cx="9144000" cy="792480"/>
          </a:xfrm>
          <a:prstGeom prst="rect">
            <a:avLst/>
          </a:prstGeom>
        </p:spPr>
      </p:pic>
      <p:sp>
        <p:nvSpPr>
          <p:cNvPr id="14" name="Rectangle 21"/>
          <p:cNvSpPr>
            <a:spLocks noGrp="1" noChangeArrowheads="1"/>
          </p:cNvSpPr>
          <p:nvPr>
            <p:ph type="title" hasCustomPrompt="1"/>
          </p:nvPr>
        </p:nvSpPr>
        <p:spPr bwMode="auto">
          <a:xfrm>
            <a:off x="363151" y="211632"/>
            <a:ext cx="6230154" cy="268047"/>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 uri="{FAA26D3D-D897-4be2-8F04-BA451C77F1D7}">
              <ma14:placeholderFlag xmlns:ma14="http://schemas.microsoft.com/office/mac/drawingml/2011/main" xmlns="" val="1"/>
            </a:ext>
          </a:extLst>
        </p:spPr>
        <p:txBody>
          <a:bodyPr vert="horz" wrap="square" lIns="0" tIns="0" rIns="0" bIns="45720" numCol="1" anchor="t" anchorCtr="0" compatLnSpc="1">
            <a:prstTxWarp prst="textNoShape">
              <a:avLst/>
            </a:prstTxWarp>
          </a:bodyPr>
          <a:lstStyle>
            <a:lvl1pPr marL="0" marR="0" indent="0" algn="l" defTabSz="914400" rtl="0" eaLnBrk="1" fontAlgn="base" latinLnBrk="0" hangingPunct="1">
              <a:lnSpc>
                <a:spcPct val="100000"/>
              </a:lnSpc>
              <a:spcBef>
                <a:spcPct val="0"/>
              </a:spcBef>
              <a:spcAft>
                <a:spcPct val="0"/>
              </a:spcAft>
              <a:buClrTx/>
              <a:buSzTx/>
              <a:buFontTx/>
              <a:buNone/>
              <a:tabLst/>
              <a:defRPr sz="2300" b="1">
                <a:solidFill>
                  <a:schemeClr val="bg1"/>
                </a:solidFill>
                <a:latin typeface="+mn-lt"/>
                <a:ea typeface="华文黑体_易方达" panose="02010600040101010101" pitchFamily="2" charset="-122"/>
              </a:defRPr>
            </a:lvl1pPr>
          </a:lstStyle>
          <a:p>
            <a:pPr lvl="0"/>
            <a:r>
              <a:rPr lang="en-US" altLang="zh-CN" dirty="0" smtClean="0"/>
              <a:t>Click  to add title</a:t>
            </a:r>
            <a:endParaRPr lang="en-US" dirty="0" smtClean="0"/>
          </a:p>
        </p:txBody>
      </p:sp>
      <p:sp>
        <p:nvSpPr>
          <p:cNvPr id="15" name="Rectangle 22"/>
          <p:cNvSpPr>
            <a:spLocks noGrp="1" noChangeAspect="1" noChangeArrowheads="1"/>
          </p:cNvSpPr>
          <p:nvPr>
            <p:ph idx="10" hasCustomPrompt="1"/>
          </p:nvPr>
        </p:nvSpPr>
        <p:spPr bwMode="auto">
          <a:xfrm>
            <a:off x="360363" y="1296527"/>
            <a:ext cx="4465637" cy="2479218"/>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 uri="{FAA26D3D-D897-4be2-8F04-BA451C77F1D7}">
              <ma14:placeholderFlag xmlns:ma14="http://schemas.microsoft.com/office/mac/drawingml/2011/main" xmlns="" val="1"/>
            </a:ext>
          </a:extLst>
        </p:spPr>
        <p:txBody>
          <a:bodyPr vert="horz" wrap="square" lIns="0" tIns="0" rIns="0" bIns="0" numCol="1" anchor="t" anchorCtr="0" compatLnSpc="1">
            <a:prstTxWarp prst="textNoShape">
              <a:avLst/>
            </a:prstTxWarp>
          </a:bodyPr>
          <a:lstStyle>
            <a:lvl1pPr marL="0" marR="0" indent="0" algn="l" defTabSz="914400" rtl="0" eaLnBrk="1" fontAlgn="base" latinLnBrk="0" hangingPunct="1">
              <a:lnSpc>
                <a:spcPts val="1800"/>
              </a:lnSpc>
              <a:spcBef>
                <a:spcPts val="0"/>
              </a:spcBef>
              <a:spcAft>
                <a:spcPct val="0"/>
              </a:spcAft>
              <a:buClrTx/>
              <a:buSzTx/>
              <a:buFontTx/>
              <a:buNone/>
              <a:tabLst/>
              <a:defRPr sz="1500" b="0" baseline="0">
                <a:solidFill>
                  <a:srgbClr val="005096"/>
                </a:solidFill>
                <a:latin typeface="+mn-lt"/>
                <a:ea typeface="华文黑体_易方达" panose="02010600040101010101" pitchFamily="2" charset="-122"/>
              </a:defRPr>
            </a:lvl1pPr>
            <a:lvl2pPr algn="l">
              <a:lnSpc>
                <a:spcPts val="2400"/>
              </a:lnSpc>
              <a:buFontTx/>
              <a:buNone/>
              <a:defRPr sz="1500" baseline="0">
                <a:solidFill>
                  <a:schemeClr val="bg1"/>
                </a:solidFill>
                <a:latin typeface="Arial"/>
              </a:defRPr>
            </a:lvl2pPr>
            <a:lvl3pPr>
              <a:buFontTx/>
              <a:buNone/>
              <a:defRPr/>
            </a:lvl3pPr>
            <a:lvl4pPr>
              <a:buFontTx/>
              <a:buNone/>
              <a:defRPr/>
            </a:lvl4pPr>
            <a:lvl5pPr>
              <a:buFontTx/>
              <a:buNone/>
              <a:defRPr/>
            </a:lvl5pPr>
          </a:lstStyle>
          <a:p>
            <a:pPr lvl="0"/>
            <a:r>
              <a:rPr lang="en-US" altLang="zh-CN" dirty="0" smtClean="0"/>
              <a:t>Click  to add title</a:t>
            </a:r>
            <a:endParaRPr lang="en-US" dirty="0" smtClean="0"/>
          </a:p>
        </p:txBody>
      </p:sp>
      <p:sp>
        <p:nvSpPr>
          <p:cNvPr id="17" name="Slide Number Placeholder 5"/>
          <p:cNvSpPr txBox="1">
            <a:spLocks/>
          </p:cNvSpPr>
          <p:nvPr userDrawn="1"/>
        </p:nvSpPr>
        <p:spPr bwMode="auto">
          <a:xfrm>
            <a:off x="8359020" y="4791886"/>
            <a:ext cx="448205" cy="141816"/>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lIns="0" tIns="0" rIns="0" bIns="0"/>
          <a:lstStyle>
            <a:lvl1pPr eaLnBrk="0" hangingPunct="0">
              <a:defRPr sz="2400">
                <a:solidFill>
                  <a:schemeClr val="tx1"/>
                </a:solidFill>
                <a:latin typeface="Arial" charset="0"/>
                <a:ea typeface="ＭＳ Ｐゴシック" charset="0"/>
                <a:cs typeface="ＭＳ Ｐゴシック" charset="0"/>
              </a:defRPr>
            </a:lvl1pPr>
            <a:lvl2pPr marL="742950" indent="-285750" eaLnBrk="0" hangingPunct="0">
              <a:defRPr sz="2400">
                <a:solidFill>
                  <a:schemeClr val="tx1"/>
                </a:solidFill>
                <a:latin typeface="Arial" charset="0"/>
                <a:ea typeface="ＭＳ Ｐゴシック" charset="0"/>
              </a:defRPr>
            </a:lvl2pPr>
            <a:lvl3pPr marL="1143000" indent="-228600" eaLnBrk="0" hangingPunct="0">
              <a:defRPr sz="2400">
                <a:solidFill>
                  <a:schemeClr val="tx1"/>
                </a:solidFill>
                <a:latin typeface="Arial" charset="0"/>
                <a:ea typeface="ＭＳ Ｐゴシック" charset="0"/>
              </a:defRPr>
            </a:lvl3pPr>
            <a:lvl4pPr marL="1600200" indent="-228600" eaLnBrk="0" hangingPunct="0">
              <a:defRPr sz="2400">
                <a:solidFill>
                  <a:schemeClr val="tx1"/>
                </a:solidFill>
                <a:latin typeface="Arial" charset="0"/>
                <a:ea typeface="ＭＳ Ｐゴシック" charset="0"/>
              </a:defRPr>
            </a:lvl4pPr>
            <a:lvl5pPr marL="2057400" indent="-228600" eaLnBrk="0" hangingPunct="0">
              <a:defRPr sz="2400">
                <a:solidFill>
                  <a:schemeClr val="tx1"/>
                </a:solidFill>
                <a:latin typeface="Arial" charset="0"/>
                <a:ea typeface="ＭＳ Ｐゴシック" charset="0"/>
              </a:defRPr>
            </a:lvl5pPr>
            <a:lvl6pPr marL="2514600" indent="-228600" eaLnBrk="0" fontAlgn="base" hangingPunct="0">
              <a:spcBef>
                <a:spcPct val="0"/>
              </a:spcBef>
              <a:spcAft>
                <a:spcPct val="0"/>
              </a:spcAft>
              <a:defRPr sz="2400">
                <a:solidFill>
                  <a:schemeClr val="tx1"/>
                </a:solidFill>
                <a:latin typeface="Arial" charset="0"/>
                <a:ea typeface="ＭＳ Ｐゴシック" charset="0"/>
              </a:defRPr>
            </a:lvl6pPr>
            <a:lvl7pPr marL="2971800" indent="-228600" eaLnBrk="0" fontAlgn="base" hangingPunct="0">
              <a:spcBef>
                <a:spcPct val="0"/>
              </a:spcBef>
              <a:spcAft>
                <a:spcPct val="0"/>
              </a:spcAft>
              <a:defRPr sz="2400">
                <a:solidFill>
                  <a:schemeClr val="tx1"/>
                </a:solidFill>
                <a:latin typeface="Arial" charset="0"/>
                <a:ea typeface="ＭＳ Ｐゴシック" charset="0"/>
              </a:defRPr>
            </a:lvl7pPr>
            <a:lvl8pPr marL="3429000" indent="-228600" eaLnBrk="0" fontAlgn="base" hangingPunct="0">
              <a:spcBef>
                <a:spcPct val="0"/>
              </a:spcBef>
              <a:spcAft>
                <a:spcPct val="0"/>
              </a:spcAft>
              <a:defRPr sz="2400">
                <a:solidFill>
                  <a:schemeClr val="tx1"/>
                </a:solidFill>
                <a:latin typeface="Arial" charset="0"/>
                <a:ea typeface="ＭＳ Ｐゴシック" charset="0"/>
              </a:defRPr>
            </a:lvl8pPr>
            <a:lvl9pPr marL="3886200" indent="-228600" eaLnBrk="0" fontAlgn="base" hangingPunct="0">
              <a:spcBef>
                <a:spcPct val="0"/>
              </a:spcBef>
              <a:spcAft>
                <a:spcPct val="0"/>
              </a:spcAft>
              <a:defRPr sz="2400">
                <a:solidFill>
                  <a:schemeClr val="tx1"/>
                </a:solidFill>
                <a:latin typeface="Arial" charset="0"/>
                <a:ea typeface="ＭＳ Ｐゴシック" charset="0"/>
              </a:defRPr>
            </a:lvl9pPr>
          </a:lstStyle>
          <a:p>
            <a:pPr algn="r"/>
            <a:fld id="{BDAEED39-8CE5-E849-8BB2-D2203B6D9153}" type="slidenum">
              <a:rPr lang="en-US" altLang="zh-CN" sz="800" smtClean="0">
                <a:solidFill>
                  <a:srgbClr val="505050"/>
                </a:solidFill>
                <a:latin typeface="Arial"/>
                <a:ea typeface="黑体" pitchFamily="49" charset="-122"/>
                <a:cs typeface="Arial"/>
              </a:rPr>
              <a:pPr algn="r"/>
              <a:t>‹#›</a:t>
            </a:fld>
            <a:endParaRPr lang="en-US" altLang="zh-CN" sz="800" dirty="0">
              <a:solidFill>
                <a:srgbClr val="505050"/>
              </a:solidFill>
              <a:latin typeface="Arial"/>
              <a:ea typeface="黑体" pitchFamily="49" charset="-122"/>
              <a:cs typeface="Arial"/>
            </a:endParaRPr>
          </a:p>
          <a:p>
            <a:pPr algn="r"/>
            <a:endParaRPr lang="en-US" altLang="zh-CN" sz="800" dirty="0">
              <a:solidFill>
                <a:srgbClr val="505050"/>
              </a:solidFill>
              <a:latin typeface="Arial"/>
              <a:ea typeface="黑体" pitchFamily="49" charset="-122"/>
              <a:cs typeface="Arial"/>
            </a:endParaRPr>
          </a:p>
        </p:txBody>
      </p:sp>
      <p:pic>
        <p:nvPicPr>
          <p:cNvPr id="11" name="Picture 5" descr="Line.png"/>
          <p:cNvPicPr>
            <a:picLocks noChangeAspect="1"/>
          </p:cNvPicPr>
          <p:nvPr userDrawn="1"/>
        </p:nvPicPr>
        <p:blipFill>
          <a:blip r:embed="rId3">
            <a:extLst>
              <a:ext uri="{28A0092B-C50C-407E-A947-70E740481C1C}">
                <a14:useLocalDpi xmlns:a14="http://schemas.microsoft.com/office/drawing/2010/main" val="0"/>
              </a:ext>
            </a:extLst>
          </a:blip>
          <a:stretch>
            <a:fillRect/>
          </a:stretch>
        </p:blipFill>
        <p:spPr>
          <a:xfrm>
            <a:off x="368300" y="4729417"/>
            <a:ext cx="8424672" cy="6096"/>
          </a:xfrm>
          <a:prstGeom prst="rect">
            <a:avLst/>
          </a:prstGeom>
          <a:ln>
            <a:solidFill>
              <a:schemeClr val="bg1">
                <a:lumMod val="65000"/>
              </a:schemeClr>
            </a:solidFill>
          </a:ln>
        </p:spPr>
      </p:pic>
      <p:pic>
        <p:nvPicPr>
          <p:cNvPr id="13" name="图片 12"/>
          <p:cNvPicPr>
            <a:picLocks noChangeAspect="1"/>
          </p:cNvPicPr>
          <p:nvPr userDrawn="1"/>
        </p:nvPicPr>
        <p:blipFill>
          <a:blip r:embed="rId4">
            <a:extLst>
              <a:ext uri="{28A0092B-C50C-407E-A947-70E740481C1C}">
                <a14:useLocalDpi xmlns:a14="http://schemas.microsoft.com/office/drawing/2010/main" val="0"/>
              </a:ext>
            </a:extLst>
          </a:blip>
          <a:stretch>
            <a:fillRect/>
          </a:stretch>
        </p:blipFill>
        <p:spPr>
          <a:xfrm>
            <a:off x="7299995" y="81588"/>
            <a:ext cx="1480616" cy="629304"/>
          </a:xfrm>
          <a:prstGeom prst="rect">
            <a:avLst/>
          </a:prstGeom>
        </p:spPr>
      </p:pic>
      <p:sp>
        <p:nvSpPr>
          <p:cNvPr id="16" name="文本框 15"/>
          <p:cNvSpPr txBox="1"/>
          <p:nvPr userDrawn="1"/>
        </p:nvSpPr>
        <p:spPr>
          <a:xfrm>
            <a:off x="283240" y="4755705"/>
            <a:ext cx="2576919" cy="215444"/>
          </a:xfrm>
          <a:prstGeom prst="rect">
            <a:avLst/>
          </a:prstGeom>
          <a:noFill/>
        </p:spPr>
        <p:txBody>
          <a:bodyPr wrap="square" rtlCol="0">
            <a:spAutoFit/>
          </a:bodyPr>
          <a:lstStyle/>
          <a:p>
            <a:r>
              <a:rPr lang="en-US" altLang="zh-CN" sz="800" dirty="0" smtClean="0">
                <a:solidFill>
                  <a:srgbClr val="3C3C3C"/>
                </a:solidFill>
                <a:latin typeface="Arial"/>
                <a:ea typeface="华文黑体_易方达" panose="02010600040101010101" pitchFamily="2" charset="-122"/>
                <a:cs typeface="华文黑体" panose="02010600040101010101" pitchFamily="2" charset="-122"/>
              </a:rPr>
              <a:t>E Fund Management Co., Ltd.</a:t>
            </a:r>
            <a:endParaRPr lang="zh-CN" altLang="en-US" sz="800" dirty="0" smtClean="0">
              <a:solidFill>
                <a:srgbClr val="3C3C3C"/>
              </a:solidFill>
              <a:latin typeface="Arial"/>
              <a:ea typeface="华文黑体_易方达" panose="02010600040101010101" pitchFamily="2" charset="-122"/>
              <a:cs typeface="华文黑体" panose="02010600040101010101" pitchFamily="2" charset="-122"/>
            </a:endParaRPr>
          </a:p>
        </p:txBody>
      </p:sp>
      <p:sp>
        <p:nvSpPr>
          <p:cNvPr id="10" name="文本框 9"/>
          <p:cNvSpPr txBox="1"/>
          <p:nvPr userDrawn="1"/>
        </p:nvSpPr>
        <p:spPr>
          <a:xfrm>
            <a:off x="4118640" y="4755072"/>
            <a:ext cx="2576919" cy="215444"/>
          </a:xfrm>
          <a:prstGeom prst="rect">
            <a:avLst/>
          </a:prstGeom>
          <a:noFill/>
        </p:spPr>
        <p:txBody>
          <a:bodyPr wrap="square" rtlCol="0">
            <a:spAutoFit/>
          </a:bodyPr>
          <a:lstStyle/>
          <a:p>
            <a:r>
              <a:rPr lang="en-US" altLang="zh-CN" sz="800" dirty="0" smtClean="0">
                <a:solidFill>
                  <a:srgbClr val="3C3C3C"/>
                </a:solidFill>
                <a:latin typeface="Arial" panose="020B0604020202020204" pitchFamily="34" charset="0"/>
                <a:ea typeface="华文黑体_易方达" panose="02010600040101010101" pitchFamily="2" charset="-122"/>
                <a:cs typeface="Arial" panose="020B0604020202020204" pitchFamily="34" charset="0"/>
              </a:rPr>
              <a:t>For Internal Use Only</a:t>
            </a:r>
            <a:endParaRPr lang="zh-CN" altLang="en-US" sz="800" dirty="0" smtClean="0">
              <a:solidFill>
                <a:srgbClr val="3C3C3C"/>
              </a:solidFill>
              <a:latin typeface="Arial" panose="020B0604020202020204" pitchFamily="34" charset="0"/>
              <a:ea typeface="华文黑体_易方达" panose="02010600040101010101" pitchFamily="2" charset="-122"/>
              <a:cs typeface="Arial" panose="020B0604020202020204" pitchFamily="34" charset="0"/>
            </a:endParaRPr>
          </a:p>
        </p:txBody>
      </p:sp>
    </p:spTree>
    <p:extLst>
      <p:ext uri="{BB962C8B-B14F-4D97-AF65-F5344CB8AC3E}">
        <p14:creationId xmlns:p14="http://schemas.microsoft.com/office/powerpoint/2010/main" val="1015799747"/>
      </p:ext>
    </p:extLst>
  </p:cSld>
  <p:clrMapOvr>
    <a:masterClrMapping/>
  </p:clrMapOvr>
  <p:timing>
    <p:tnLst>
      <p:par>
        <p:cTn id="1" dur="indefinite" restart="never" nodeType="tmRoot"/>
      </p:par>
    </p:tnLst>
  </p:timing>
</p:sldLayout>
</file>

<file path=ppt/slideLayouts/slideLayout28.xml><?xml version="1.0" encoding="utf-8"?>
<p:sldLayout xmlns:a="http://schemas.openxmlformats.org/drawingml/2006/main" xmlns:r="http://schemas.openxmlformats.org/officeDocument/2006/relationships" xmlns:p="http://schemas.openxmlformats.org/presentationml/2006/main" preserve="1" userDrawn="1">
  <p:cSld name="2_表格内容1">
    <p:spTree>
      <p:nvGrpSpPr>
        <p:cNvPr id="1" name=""/>
        <p:cNvGrpSpPr/>
        <p:nvPr/>
      </p:nvGrpSpPr>
      <p:grpSpPr>
        <a:xfrm>
          <a:off x="0" y="0"/>
          <a:ext cx="0" cy="0"/>
          <a:chOff x="0" y="0"/>
          <a:chExt cx="0" cy="0"/>
        </a:xfrm>
      </p:grpSpPr>
      <p:pic>
        <p:nvPicPr>
          <p:cNvPr id="9" name="Picture 8" descr="Bar_1.png"/>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0" y="0"/>
            <a:ext cx="9144000" cy="792480"/>
          </a:xfrm>
          <a:prstGeom prst="rect">
            <a:avLst/>
          </a:prstGeom>
        </p:spPr>
      </p:pic>
      <p:sp>
        <p:nvSpPr>
          <p:cNvPr id="16" name="Rectangle 21"/>
          <p:cNvSpPr>
            <a:spLocks noGrp="1" noChangeArrowheads="1"/>
          </p:cNvSpPr>
          <p:nvPr>
            <p:ph type="title" hasCustomPrompt="1"/>
          </p:nvPr>
        </p:nvSpPr>
        <p:spPr bwMode="auto">
          <a:xfrm>
            <a:off x="363151" y="211632"/>
            <a:ext cx="6268655" cy="268047"/>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 uri="{FAA26D3D-D897-4be2-8F04-BA451C77F1D7}">
              <ma14:placeholderFlag xmlns:ma14="http://schemas.microsoft.com/office/mac/drawingml/2011/main" xmlns="" val="1"/>
            </a:ext>
          </a:extLst>
        </p:spPr>
        <p:txBody>
          <a:bodyPr vert="horz" wrap="square" lIns="0" tIns="0" rIns="0" bIns="45720" numCol="1" anchor="t" anchorCtr="0" compatLnSpc="1">
            <a:prstTxWarp prst="textNoShape">
              <a:avLst/>
            </a:prstTxWarp>
          </a:bodyPr>
          <a:lstStyle>
            <a:lvl1pPr marL="0" marR="0" indent="0" algn="l" defTabSz="914400" rtl="0" eaLnBrk="1" fontAlgn="base" latinLnBrk="0" hangingPunct="1">
              <a:lnSpc>
                <a:spcPct val="100000"/>
              </a:lnSpc>
              <a:spcBef>
                <a:spcPct val="0"/>
              </a:spcBef>
              <a:spcAft>
                <a:spcPct val="0"/>
              </a:spcAft>
              <a:buClrTx/>
              <a:buSzTx/>
              <a:buFontTx/>
              <a:buNone/>
              <a:tabLst/>
              <a:defRPr sz="2300" b="1">
                <a:solidFill>
                  <a:schemeClr val="bg1"/>
                </a:solidFill>
                <a:latin typeface="+mn-lt"/>
                <a:ea typeface="华文黑体_易方达" panose="02010600040101010101" pitchFamily="2" charset="-122"/>
              </a:defRPr>
            </a:lvl1pPr>
          </a:lstStyle>
          <a:p>
            <a:pPr lvl="0"/>
            <a:r>
              <a:rPr lang="en-US" altLang="zh-CN" dirty="0" smtClean="0"/>
              <a:t>Click  to add title</a:t>
            </a:r>
            <a:endParaRPr lang="en-US" dirty="0" smtClean="0"/>
          </a:p>
        </p:txBody>
      </p:sp>
      <p:sp>
        <p:nvSpPr>
          <p:cNvPr id="17" name="Rectangle 22"/>
          <p:cNvSpPr>
            <a:spLocks noGrp="1" noChangeAspect="1" noChangeArrowheads="1"/>
          </p:cNvSpPr>
          <p:nvPr>
            <p:ph idx="10" hasCustomPrompt="1"/>
          </p:nvPr>
        </p:nvSpPr>
        <p:spPr bwMode="auto">
          <a:xfrm>
            <a:off x="360363" y="1296527"/>
            <a:ext cx="8432609" cy="931334"/>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 uri="{FAA26D3D-D897-4be2-8F04-BA451C77F1D7}">
              <ma14:placeholderFlag xmlns:ma14="http://schemas.microsoft.com/office/mac/drawingml/2011/main" xmlns="" val="1"/>
            </a:ext>
          </a:extLst>
        </p:spPr>
        <p:txBody>
          <a:bodyPr vert="horz" wrap="square" lIns="0" tIns="0" rIns="0" bIns="0" numCol="1" anchor="t" anchorCtr="0" compatLnSpc="1">
            <a:prstTxWarp prst="textNoShape">
              <a:avLst/>
            </a:prstTxWarp>
          </a:bodyPr>
          <a:lstStyle>
            <a:lvl1pPr marL="0" marR="0" indent="0" algn="l" defTabSz="914400" rtl="0" eaLnBrk="1" fontAlgn="base" latinLnBrk="0" hangingPunct="1">
              <a:lnSpc>
                <a:spcPts val="1800"/>
              </a:lnSpc>
              <a:spcBef>
                <a:spcPts val="0"/>
              </a:spcBef>
              <a:spcAft>
                <a:spcPct val="0"/>
              </a:spcAft>
              <a:buClrTx/>
              <a:buSzTx/>
              <a:buFontTx/>
              <a:buNone/>
              <a:tabLst/>
              <a:defRPr sz="1500" b="0" baseline="0">
                <a:solidFill>
                  <a:srgbClr val="005096"/>
                </a:solidFill>
                <a:latin typeface="+mn-lt"/>
                <a:ea typeface="华文黑体_易方达" panose="02010600040101010101" pitchFamily="2" charset="-122"/>
              </a:defRPr>
            </a:lvl1pPr>
            <a:lvl2pPr algn="l">
              <a:lnSpc>
                <a:spcPts val="2400"/>
              </a:lnSpc>
              <a:buFontTx/>
              <a:buNone/>
              <a:defRPr sz="1500" baseline="0">
                <a:solidFill>
                  <a:schemeClr val="bg1"/>
                </a:solidFill>
                <a:latin typeface="Arial"/>
              </a:defRPr>
            </a:lvl2pPr>
            <a:lvl3pPr>
              <a:buFontTx/>
              <a:buNone/>
              <a:defRPr/>
            </a:lvl3pPr>
            <a:lvl4pPr>
              <a:buFontTx/>
              <a:buNone/>
              <a:defRPr/>
            </a:lvl4pPr>
            <a:lvl5pPr>
              <a:buFontTx/>
              <a:buNone/>
              <a:defRPr/>
            </a:lvl5pPr>
          </a:lstStyle>
          <a:p>
            <a:pPr lvl="0"/>
            <a:r>
              <a:rPr lang="en-US" altLang="zh-CN" dirty="0" smtClean="0"/>
              <a:t>Click  to add title</a:t>
            </a:r>
            <a:br>
              <a:rPr lang="en-US" altLang="zh-CN" dirty="0" smtClean="0"/>
            </a:br>
            <a:endParaRPr lang="en-US" dirty="0" smtClean="0"/>
          </a:p>
        </p:txBody>
      </p:sp>
      <p:sp>
        <p:nvSpPr>
          <p:cNvPr id="21" name="Slide Number Placeholder 5"/>
          <p:cNvSpPr txBox="1">
            <a:spLocks/>
          </p:cNvSpPr>
          <p:nvPr userDrawn="1"/>
        </p:nvSpPr>
        <p:spPr bwMode="auto">
          <a:xfrm>
            <a:off x="8359020" y="4791886"/>
            <a:ext cx="448205" cy="141816"/>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lIns="0" tIns="0" rIns="0" bIns="0"/>
          <a:lstStyle>
            <a:lvl1pPr eaLnBrk="0" hangingPunct="0">
              <a:defRPr sz="2400">
                <a:solidFill>
                  <a:schemeClr val="tx1"/>
                </a:solidFill>
                <a:latin typeface="Arial" charset="0"/>
                <a:ea typeface="ＭＳ Ｐゴシック" charset="0"/>
                <a:cs typeface="ＭＳ Ｐゴシック" charset="0"/>
              </a:defRPr>
            </a:lvl1pPr>
            <a:lvl2pPr marL="742950" indent="-285750" eaLnBrk="0" hangingPunct="0">
              <a:defRPr sz="2400">
                <a:solidFill>
                  <a:schemeClr val="tx1"/>
                </a:solidFill>
                <a:latin typeface="Arial" charset="0"/>
                <a:ea typeface="ＭＳ Ｐゴシック" charset="0"/>
              </a:defRPr>
            </a:lvl2pPr>
            <a:lvl3pPr marL="1143000" indent="-228600" eaLnBrk="0" hangingPunct="0">
              <a:defRPr sz="2400">
                <a:solidFill>
                  <a:schemeClr val="tx1"/>
                </a:solidFill>
                <a:latin typeface="Arial" charset="0"/>
                <a:ea typeface="ＭＳ Ｐゴシック" charset="0"/>
              </a:defRPr>
            </a:lvl3pPr>
            <a:lvl4pPr marL="1600200" indent="-228600" eaLnBrk="0" hangingPunct="0">
              <a:defRPr sz="2400">
                <a:solidFill>
                  <a:schemeClr val="tx1"/>
                </a:solidFill>
                <a:latin typeface="Arial" charset="0"/>
                <a:ea typeface="ＭＳ Ｐゴシック" charset="0"/>
              </a:defRPr>
            </a:lvl4pPr>
            <a:lvl5pPr marL="2057400" indent="-228600" eaLnBrk="0" hangingPunct="0">
              <a:defRPr sz="2400">
                <a:solidFill>
                  <a:schemeClr val="tx1"/>
                </a:solidFill>
                <a:latin typeface="Arial" charset="0"/>
                <a:ea typeface="ＭＳ Ｐゴシック" charset="0"/>
              </a:defRPr>
            </a:lvl5pPr>
            <a:lvl6pPr marL="2514600" indent="-228600" eaLnBrk="0" fontAlgn="base" hangingPunct="0">
              <a:spcBef>
                <a:spcPct val="0"/>
              </a:spcBef>
              <a:spcAft>
                <a:spcPct val="0"/>
              </a:spcAft>
              <a:defRPr sz="2400">
                <a:solidFill>
                  <a:schemeClr val="tx1"/>
                </a:solidFill>
                <a:latin typeface="Arial" charset="0"/>
                <a:ea typeface="ＭＳ Ｐゴシック" charset="0"/>
              </a:defRPr>
            </a:lvl6pPr>
            <a:lvl7pPr marL="2971800" indent="-228600" eaLnBrk="0" fontAlgn="base" hangingPunct="0">
              <a:spcBef>
                <a:spcPct val="0"/>
              </a:spcBef>
              <a:spcAft>
                <a:spcPct val="0"/>
              </a:spcAft>
              <a:defRPr sz="2400">
                <a:solidFill>
                  <a:schemeClr val="tx1"/>
                </a:solidFill>
                <a:latin typeface="Arial" charset="0"/>
                <a:ea typeface="ＭＳ Ｐゴシック" charset="0"/>
              </a:defRPr>
            </a:lvl7pPr>
            <a:lvl8pPr marL="3429000" indent="-228600" eaLnBrk="0" fontAlgn="base" hangingPunct="0">
              <a:spcBef>
                <a:spcPct val="0"/>
              </a:spcBef>
              <a:spcAft>
                <a:spcPct val="0"/>
              </a:spcAft>
              <a:defRPr sz="2400">
                <a:solidFill>
                  <a:schemeClr val="tx1"/>
                </a:solidFill>
                <a:latin typeface="Arial" charset="0"/>
                <a:ea typeface="ＭＳ Ｐゴシック" charset="0"/>
              </a:defRPr>
            </a:lvl8pPr>
            <a:lvl9pPr marL="3886200" indent="-228600" eaLnBrk="0" fontAlgn="base" hangingPunct="0">
              <a:spcBef>
                <a:spcPct val="0"/>
              </a:spcBef>
              <a:spcAft>
                <a:spcPct val="0"/>
              </a:spcAft>
              <a:defRPr sz="2400">
                <a:solidFill>
                  <a:schemeClr val="tx1"/>
                </a:solidFill>
                <a:latin typeface="Arial" charset="0"/>
                <a:ea typeface="ＭＳ Ｐゴシック" charset="0"/>
              </a:defRPr>
            </a:lvl9pPr>
          </a:lstStyle>
          <a:p>
            <a:pPr algn="r"/>
            <a:fld id="{BDAEED39-8CE5-E849-8BB2-D2203B6D9153}" type="slidenum">
              <a:rPr lang="en-US" altLang="zh-CN" sz="800" smtClean="0">
                <a:solidFill>
                  <a:srgbClr val="505050"/>
                </a:solidFill>
                <a:latin typeface="Arial"/>
                <a:ea typeface="黑体" pitchFamily="49" charset="-122"/>
                <a:cs typeface="Arial"/>
              </a:rPr>
              <a:pPr algn="r"/>
              <a:t>‹#›</a:t>
            </a:fld>
            <a:endParaRPr lang="en-US" altLang="zh-CN" sz="800" dirty="0">
              <a:solidFill>
                <a:srgbClr val="505050"/>
              </a:solidFill>
              <a:latin typeface="Arial"/>
              <a:ea typeface="黑体" pitchFamily="49" charset="-122"/>
              <a:cs typeface="Arial"/>
            </a:endParaRPr>
          </a:p>
          <a:p>
            <a:pPr algn="r"/>
            <a:endParaRPr lang="en-US" altLang="zh-CN" sz="800" dirty="0">
              <a:solidFill>
                <a:srgbClr val="505050"/>
              </a:solidFill>
              <a:latin typeface="Arial"/>
              <a:ea typeface="黑体" pitchFamily="49" charset="-122"/>
              <a:cs typeface="Arial"/>
            </a:endParaRPr>
          </a:p>
        </p:txBody>
      </p:sp>
      <p:pic>
        <p:nvPicPr>
          <p:cNvPr id="11" name="Picture 5" descr="Line.png"/>
          <p:cNvPicPr>
            <a:picLocks noChangeAspect="1"/>
          </p:cNvPicPr>
          <p:nvPr userDrawn="1"/>
        </p:nvPicPr>
        <p:blipFill>
          <a:blip r:embed="rId3">
            <a:extLst>
              <a:ext uri="{28A0092B-C50C-407E-A947-70E740481C1C}">
                <a14:useLocalDpi xmlns:a14="http://schemas.microsoft.com/office/drawing/2010/main" val="0"/>
              </a:ext>
            </a:extLst>
          </a:blip>
          <a:stretch>
            <a:fillRect/>
          </a:stretch>
        </p:blipFill>
        <p:spPr>
          <a:xfrm>
            <a:off x="368300" y="4729417"/>
            <a:ext cx="8424672" cy="6096"/>
          </a:xfrm>
          <a:prstGeom prst="rect">
            <a:avLst/>
          </a:prstGeom>
          <a:ln>
            <a:solidFill>
              <a:schemeClr val="bg1">
                <a:lumMod val="65000"/>
              </a:schemeClr>
            </a:solidFill>
          </a:ln>
        </p:spPr>
      </p:pic>
      <p:sp>
        <p:nvSpPr>
          <p:cNvPr id="4" name="表格占位符 3"/>
          <p:cNvSpPr>
            <a:spLocks noGrp="1"/>
          </p:cNvSpPr>
          <p:nvPr>
            <p:ph type="tbl" sz="quarter" idx="11"/>
          </p:nvPr>
        </p:nvSpPr>
        <p:spPr>
          <a:xfrm>
            <a:off x="368300" y="2743200"/>
            <a:ext cx="8412163" cy="1636713"/>
          </a:xfrm>
          <a:prstGeom prst="rect">
            <a:avLst/>
          </a:prstGeom>
        </p:spPr>
        <p:txBody>
          <a:bodyPr/>
          <a:lstStyle/>
          <a:p>
            <a:r>
              <a:rPr lang="zh-CN" altLang="en-US" smtClean="0"/>
              <a:t>单击图标添加表格</a:t>
            </a:r>
            <a:endParaRPr lang="zh-CN" altLang="en-US"/>
          </a:p>
        </p:txBody>
      </p:sp>
      <p:pic>
        <p:nvPicPr>
          <p:cNvPr id="13" name="图片 12"/>
          <p:cNvPicPr>
            <a:picLocks noChangeAspect="1"/>
          </p:cNvPicPr>
          <p:nvPr userDrawn="1"/>
        </p:nvPicPr>
        <p:blipFill>
          <a:blip r:embed="rId4">
            <a:extLst>
              <a:ext uri="{28A0092B-C50C-407E-A947-70E740481C1C}">
                <a14:useLocalDpi xmlns:a14="http://schemas.microsoft.com/office/drawing/2010/main" val="0"/>
              </a:ext>
            </a:extLst>
          </a:blip>
          <a:stretch>
            <a:fillRect/>
          </a:stretch>
        </p:blipFill>
        <p:spPr>
          <a:xfrm>
            <a:off x="7299995" y="81588"/>
            <a:ext cx="1480616" cy="629304"/>
          </a:xfrm>
          <a:prstGeom prst="rect">
            <a:avLst/>
          </a:prstGeom>
        </p:spPr>
      </p:pic>
      <p:sp>
        <p:nvSpPr>
          <p:cNvPr id="14" name="文本框 13"/>
          <p:cNvSpPr txBox="1"/>
          <p:nvPr userDrawn="1"/>
        </p:nvSpPr>
        <p:spPr>
          <a:xfrm>
            <a:off x="283240" y="4755705"/>
            <a:ext cx="2576919" cy="215444"/>
          </a:xfrm>
          <a:prstGeom prst="rect">
            <a:avLst/>
          </a:prstGeom>
          <a:noFill/>
        </p:spPr>
        <p:txBody>
          <a:bodyPr wrap="square" rtlCol="0">
            <a:spAutoFit/>
          </a:bodyPr>
          <a:lstStyle/>
          <a:p>
            <a:r>
              <a:rPr lang="en-US" altLang="zh-CN" sz="800" dirty="0" smtClean="0">
                <a:solidFill>
                  <a:srgbClr val="3C3C3C"/>
                </a:solidFill>
                <a:latin typeface="Arial"/>
                <a:ea typeface="华文黑体_易方达" panose="02010600040101010101" pitchFamily="2" charset="-122"/>
                <a:cs typeface="华文黑体" panose="02010600040101010101" pitchFamily="2" charset="-122"/>
              </a:rPr>
              <a:t>E Fund Management Co., Ltd.</a:t>
            </a:r>
            <a:endParaRPr lang="zh-CN" altLang="en-US" sz="800" dirty="0" smtClean="0">
              <a:solidFill>
                <a:srgbClr val="3C3C3C"/>
              </a:solidFill>
              <a:latin typeface="Arial"/>
              <a:ea typeface="华文黑体_易方达" panose="02010600040101010101" pitchFamily="2" charset="-122"/>
              <a:cs typeface="华文黑体" panose="02010600040101010101" pitchFamily="2" charset="-122"/>
            </a:endParaRPr>
          </a:p>
        </p:txBody>
      </p:sp>
      <p:sp>
        <p:nvSpPr>
          <p:cNvPr id="10" name="文本框 9"/>
          <p:cNvSpPr txBox="1"/>
          <p:nvPr userDrawn="1"/>
        </p:nvSpPr>
        <p:spPr>
          <a:xfrm>
            <a:off x="4118640" y="4755072"/>
            <a:ext cx="2576919" cy="215444"/>
          </a:xfrm>
          <a:prstGeom prst="rect">
            <a:avLst/>
          </a:prstGeom>
          <a:noFill/>
        </p:spPr>
        <p:txBody>
          <a:bodyPr wrap="square" rtlCol="0">
            <a:spAutoFit/>
          </a:bodyPr>
          <a:lstStyle/>
          <a:p>
            <a:r>
              <a:rPr lang="en-US" altLang="zh-CN" sz="800" dirty="0" smtClean="0">
                <a:solidFill>
                  <a:srgbClr val="3C3C3C"/>
                </a:solidFill>
                <a:latin typeface="Arial" panose="020B0604020202020204" pitchFamily="34" charset="0"/>
                <a:ea typeface="华文黑体_易方达" panose="02010600040101010101" pitchFamily="2" charset="-122"/>
                <a:cs typeface="Arial" panose="020B0604020202020204" pitchFamily="34" charset="0"/>
              </a:rPr>
              <a:t>For Internal Use Only</a:t>
            </a:r>
            <a:endParaRPr lang="zh-CN" altLang="en-US" sz="800" dirty="0" smtClean="0">
              <a:solidFill>
                <a:srgbClr val="3C3C3C"/>
              </a:solidFill>
              <a:latin typeface="Arial" panose="020B0604020202020204" pitchFamily="34" charset="0"/>
              <a:ea typeface="华文黑体_易方达" panose="02010600040101010101" pitchFamily="2" charset="-122"/>
              <a:cs typeface="Arial" panose="020B0604020202020204" pitchFamily="34" charset="0"/>
            </a:endParaRPr>
          </a:p>
        </p:txBody>
      </p:sp>
    </p:spTree>
    <p:extLst>
      <p:ext uri="{BB962C8B-B14F-4D97-AF65-F5344CB8AC3E}">
        <p14:creationId xmlns:p14="http://schemas.microsoft.com/office/powerpoint/2010/main" val="2087671143"/>
      </p:ext>
    </p:extLst>
  </p:cSld>
  <p:clrMapOvr>
    <a:masterClrMapping/>
  </p:clrMapOvr>
  <p:timing>
    <p:tnLst>
      <p:par>
        <p:cTn id="1" dur="indefinite" restart="never" nodeType="tmRoot"/>
      </p:par>
    </p:tnLst>
  </p:timing>
</p:sldLayout>
</file>

<file path=ppt/slideLayouts/slideLayout29.xml><?xml version="1.0" encoding="utf-8"?>
<p:sldLayout xmlns:a="http://schemas.openxmlformats.org/drawingml/2006/main" xmlns:r="http://schemas.openxmlformats.org/officeDocument/2006/relationships" xmlns:p="http://schemas.openxmlformats.org/presentationml/2006/main" userDrawn="1">
  <p:cSld name="3_标题和内容">
    <p:spTree>
      <p:nvGrpSpPr>
        <p:cNvPr id="1" name=""/>
        <p:cNvGrpSpPr/>
        <p:nvPr/>
      </p:nvGrpSpPr>
      <p:grpSpPr>
        <a:xfrm>
          <a:off x="0" y="0"/>
          <a:ext cx="0" cy="0"/>
          <a:chOff x="0" y="0"/>
          <a:chExt cx="0" cy="0"/>
        </a:xfrm>
      </p:grpSpPr>
      <p:pic>
        <p:nvPicPr>
          <p:cNvPr id="10" name="Picture 9" descr="Bar_1.png"/>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0" y="0"/>
            <a:ext cx="9144000" cy="792480"/>
          </a:xfrm>
          <a:prstGeom prst="rect">
            <a:avLst/>
          </a:prstGeom>
        </p:spPr>
      </p:pic>
      <p:sp>
        <p:nvSpPr>
          <p:cNvPr id="17" name="Rectangle 21"/>
          <p:cNvSpPr>
            <a:spLocks noGrp="1" noChangeArrowheads="1"/>
          </p:cNvSpPr>
          <p:nvPr>
            <p:ph type="title" hasCustomPrompt="1"/>
          </p:nvPr>
        </p:nvSpPr>
        <p:spPr bwMode="auto">
          <a:xfrm>
            <a:off x="363151" y="211632"/>
            <a:ext cx="3946375" cy="268047"/>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 uri="{FAA26D3D-D897-4be2-8F04-BA451C77F1D7}">
              <ma14:placeholderFlag xmlns="" xmlns:ma14="http://schemas.microsoft.com/office/mac/drawingml/2011/main" val="1"/>
            </a:ext>
          </a:extLst>
        </p:spPr>
        <p:txBody>
          <a:bodyPr vert="horz" wrap="square" lIns="0" tIns="0" rIns="0" bIns="45720" numCol="1" anchor="t" anchorCtr="0" compatLnSpc="1">
            <a:prstTxWarp prst="textNoShape">
              <a:avLst/>
            </a:prstTxWarp>
          </a:bodyPr>
          <a:lstStyle>
            <a:lvl1pPr marL="0" marR="0" indent="0" algn="l" defTabSz="914400" rtl="0" eaLnBrk="1" fontAlgn="base" latinLnBrk="0" hangingPunct="1">
              <a:lnSpc>
                <a:spcPct val="100000"/>
              </a:lnSpc>
              <a:spcBef>
                <a:spcPct val="0"/>
              </a:spcBef>
              <a:spcAft>
                <a:spcPct val="0"/>
              </a:spcAft>
              <a:buClrTx/>
              <a:buSzTx/>
              <a:buFontTx/>
              <a:buNone/>
              <a:tabLst/>
              <a:defRPr sz="2300">
                <a:solidFill>
                  <a:schemeClr val="bg1"/>
                </a:solidFill>
                <a:latin typeface="+mj-lt"/>
                <a:ea typeface="华文黑体_易方达" panose="02010600040101010101" pitchFamily="2" charset="-122"/>
              </a:defRPr>
            </a:lvl1pPr>
          </a:lstStyle>
          <a:p>
            <a:pPr lvl="0"/>
            <a:r>
              <a:rPr lang="en-US" altLang="zh-CN" dirty="0" smtClean="0"/>
              <a:t>Click to add title</a:t>
            </a:r>
            <a:endParaRPr lang="en-US" dirty="0" smtClean="0"/>
          </a:p>
        </p:txBody>
      </p:sp>
      <p:sp>
        <p:nvSpPr>
          <p:cNvPr id="33" name="Rectangle 22"/>
          <p:cNvSpPr>
            <a:spLocks noGrp="1" noChangeAspect="1" noChangeArrowheads="1"/>
          </p:cNvSpPr>
          <p:nvPr>
            <p:ph idx="10" hasCustomPrompt="1"/>
          </p:nvPr>
        </p:nvSpPr>
        <p:spPr bwMode="auto">
          <a:xfrm>
            <a:off x="360363" y="1296527"/>
            <a:ext cx="8030104" cy="2479218"/>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 uri="{FAA26D3D-D897-4be2-8F04-BA451C77F1D7}">
              <ma14:placeholderFlag xmlns="" xmlns:ma14="http://schemas.microsoft.com/office/mac/drawingml/2011/main" val="1"/>
            </a:ext>
          </a:extLst>
        </p:spPr>
        <p:txBody>
          <a:bodyPr vert="horz" wrap="square" lIns="0" tIns="0" rIns="0" bIns="0" numCol="1" anchor="t" anchorCtr="0" compatLnSpc="1">
            <a:prstTxWarp prst="textNoShape">
              <a:avLst/>
            </a:prstTxWarp>
          </a:bodyPr>
          <a:lstStyle>
            <a:lvl1pPr marL="0" marR="0" indent="0" algn="l" defTabSz="914400" rtl="0" eaLnBrk="1" fontAlgn="base" latinLnBrk="0" hangingPunct="1">
              <a:lnSpc>
                <a:spcPts val="1800"/>
              </a:lnSpc>
              <a:spcBef>
                <a:spcPts val="0"/>
              </a:spcBef>
              <a:spcAft>
                <a:spcPct val="0"/>
              </a:spcAft>
              <a:buClrTx/>
              <a:buSzTx/>
              <a:buFontTx/>
              <a:buNone/>
              <a:tabLst/>
              <a:defRPr sz="1500" b="0" baseline="0">
                <a:solidFill>
                  <a:srgbClr val="005096"/>
                </a:solidFill>
                <a:latin typeface="+mn-lt"/>
                <a:ea typeface="华文黑体_易方达" panose="02010600040101010101" pitchFamily="2" charset="-122"/>
              </a:defRPr>
            </a:lvl1pPr>
            <a:lvl2pPr algn="l">
              <a:lnSpc>
                <a:spcPts val="2400"/>
              </a:lnSpc>
              <a:buFontTx/>
              <a:buNone/>
              <a:defRPr sz="1500" baseline="0">
                <a:solidFill>
                  <a:schemeClr val="bg1"/>
                </a:solidFill>
                <a:latin typeface="Arial"/>
              </a:defRPr>
            </a:lvl2pPr>
            <a:lvl3pPr>
              <a:buFontTx/>
              <a:buNone/>
              <a:defRPr/>
            </a:lvl3pPr>
            <a:lvl4pPr>
              <a:buFontTx/>
              <a:buNone/>
              <a:defRPr/>
            </a:lvl4pPr>
            <a:lvl5pPr>
              <a:buFontTx/>
              <a:buNone/>
              <a:defRPr/>
            </a:lvl5pPr>
          </a:lstStyle>
          <a:p>
            <a:pPr lvl="0"/>
            <a:r>
              <a:rPr lang="en-US" altLang="zh-CN" dirty="0" smtClean="0"/>
              <a:t>Click to add title</a:t>
            </a:r>
            <a:endParaRPr lang="en-US" dirty="0" smtClean="0"/>
          </a:p>
        </p:txBody>
      </p:sp>
      <p:sp>
        <p:nvSpPr>
          <p:cNvPr id="16" name="Slide Number Placeholder 5"/>
          <p:cNvSpPr txBox="1">
            <a:spLocks/>
          </p:cNvSpPr>
          <p:nvPr userDrawn="1"/>
        </p:nvSpPr>
        <p:spPr bwMode="auto">
          <a:xfrm>
            <a:off x="8359020" y="4791886"/>
            <a:ext cx="448205" cy="141816"/>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lIns="0" tIns="0" rIns="0" bIns="0"/>
          <a:lstStyle>
            <a:lvl1pPr eaLnBrk="0" hangingPunct="0">
              <a:defRPr sz="2400">
                <a:solidFill>
                  <a:schemeClr val="tx1"/>
                </a:solidFill>
                <a:latin typeface="Arial" charset="0"/>
                <a:ea typeface="ＭＳ Ｐゴシック" charset="0"/>
                <a:cs typeface="ＭＳ Ｐゴシック" charset="0"/>
              </a:defRPr>
            </a:lvl1pPr>
            <a:lvl2pPr marL="742950" indent="-285750" eaLnBrk="0" hangingPunct="0">
              <a:defRPr sz="2400">
                <a:solidFill>
                  <a:schemeClr val="tx1"/>
                </a:solidFill>
                <a:latin typeface="Arial" charset="0"/>
                <a:ea typeface="ＭＳ Ｐゴシック" charset="0"/>
              </a:defRPr>
            </a:lvl2pPr>
            <a:lvl3pPr marL="1143000" indent="-228600" eaLnBrk="0" hangingPunct="0">
              <a:defRPr sz="2400">
                <a:solidFill>
                  <a:schemeClr val="tx1"/>
                </a:solidFill>
                <a:latin typeface="Arial" charset="0"/>
                <a:ea typeface="ＭＳ Ｐゴシック" charset="0"/>
              </a:defRPr>
            </a:lvl3pPr>
            <a:lvl4pPr marL="1600200" indent="-228600" eaLnBrk="0" hangingPunct="0">
              <a:defRPr sz="2400">
                <a:solidFill>
                  <a:schemeClr val="tx1"/>
                </a:solidFill>
                <a:latin typeface="Arial" charset="0"/>
                <a:ea typeface="ＭＳ Ｐゴシック" charset="0"/>
              </a:defRPr>
            </a:lvl4pPr>
            <a:lvl5pPr marL="2057400" indent="-228600" eaLnBrk="0" hangingPunct="0">
              <a:defRPr sz="2400">
                <a:solidFill>
                  <a:schemeClr val="tx1"/>
                </a:solidFill>
                <a:latin typeface="Arial" charset="0"/>
                <a:ea typeface="ＭＳ Ｐゴシック" charset="0"/>
              </a:defRPr>
            </a:lvl5pPr>
            <a:lvl6pPr marL="2514600" indent="-228600" eaLnBrk="0" fontAlgn="base" hangingPunct="0">
              <a:spcBef>
                <a:spcPct val="0"/>
              </a:spcBef>
              <a:spcAft>
                <a:spcPct val="0"/>
              </a:spcAft>
              <a:defRPr sz="2400">
                <a:solidFill>
                  <a:schemeClr val="tx1"/>
                </a:solidFill>
                <a:latin typeface="Arial" charset="0"/>
                <a:ea typeface="ＭＳ Ｐゴシック" charset="0"/>
              </a:defRPr>
            </a:lvl6pPr>
            <a:lvl7pPr marL="2971800" indent="-228600" eaLnBrk="0" fontAlgn="base" hangingPunct="0">
              <a:spcBef>
                <a:spcPct val="0"/>
              </a:spcBef>
              <a:spcAft>
                <a:spcPct val="0"/>
              </a:spcAft>
              <a:defRPr sz="2400">
                <a:solidFill>
                  <a:schemeClr val="tx1"/>
                </a:solidFill>
                <a:latin typeface="Arial" charset="0"/>
                <a:ea typeface="ＭＳ Ｐゴシック" charset="0"/>
              </a:defRPr>
            </a:lvl7pPr>
            <a:lvl8pPr marL="3429000" indent="-228600" eaLnBrk="0" fontAlgn="base" hangingPunct="0">
              <a:spcBef>
                <a:spcPct val="0"/>
              </a:spcBef>
              <a:spcAft>
                <a:spcPct val="0"/>
              </a:spcAft>
              <a:defRPr sz="2400">
                <a:solidFill>
                  <a:schemeClr val="tx1"/>
                </a:solidFill>
                <a:latin typeface="Arial" charset="0"/>
                <a:ea typeface="ＭＳ Ｐゴシック" charset="0"/>
              </a:defRPr>
            </a:lvl8pPr>
            <a:lvl9pPr marL="3886200" indent="-228600" eaLnBrk="0" fontAlgn="base" hangingPunct="0">
              <a:spcBef>
                <a:spcPct val="0"/>
              </a:spcBef>
              <a:spcAft>
                <a:spcPct val="0"/>
              </a:spcAft>
              <a:defRPr sz="2400">
                <a:solidFill>
                  <a:schemeClr val="tx1"/>
                </a:solidFill>
                <a:latin typeface="Arial" charset="0"/>
                <a:ea typeface="ＭＳ Ｐゴシック" charset="0"/>
              </a:defRPr>
            </a:lvl9pPr>
          </a:lstStyle>
          <a:p>
            <a:pPr algn="r"/>
            <a:fld id="{BDAEED39-8CE5-E849-8BB2-D2203B6D9153}" type="slidenum">
              <a:rPr lang="en-US" altLang="zh-CN" sz="800" smtClean="0">
                <a:solidFill>
                  <a:srgbClr val="505050"/>
                </a:solidFill>
                <a:latin typeface="Arial"/>
                <a:ea typeface="黑体" pitchFamily="49" charset="-122"/>
                <a:cs typeface="Arial"/>
              </a:rPr>
              <a:pPr algn="r"/>
              <a:t>‹#›</a:t>
            </a:fld>
            <a:endParaRPr lang="en-US" altLang="zh-CN" sz="800" dirty="0">
              <a:solidFill>
                <a:srgbClr val="505050"/>
              </a:solidFill>
              <a:latin typeface="Arial"/>
              <a:ea typeface="黑体" pitchFamily="49" charset="-122"/>
              <a:cs typeface="Arial"/>
            </a:endParaRPr>
          </a:p>
          <a:p>
            <a:pPr algn="r"/>
            <a:endParaRPr lang="en-US" altLang="zh-CN" sz="800" dirty="0">
              <a:solidFill>
                <a:srgbClr val="505050"/>
              </a:solidFill>
              <a:latin typeface="Arial"/>
              <a:ea typeface="黑体" pitchFamily="49" charset="-122"/>
              <a:cs typeface="Arial"/>
            </a:endParaRPr>
          </a:p>
        </p:txBody>
      </p:sp>
      <p:pic>
        <p:nvPicPr>
          <p:cNvPr id="6" name="Picture 5" descr="Line.png"/>
          <p:cNvPicPr>
            <a:picLocks noChangeAspect="1"/>
          </p:cNvPicPr>
          <p:nvPr userDrawn="1"/>
        </p:nvPicPr>
        <p:blipFill>
          <a:blip r:embed="rId3">
            <a:extLst>
              <a:ext uri="{28A0092B-C50C-407E-A947-70E740481C1C}">
                <a14:useLocalDpi xmlns:a14="http://schemas.microsoft.com/office/drawing/2010/main" val="0"/>
              </a:ext>
            </a:extLst>
          </a:blip>
          <a:stretch>
            <a:fillRect/>
          </a:stretch>
        </p:blipFill>
        <p:spPr>
          <a:xfrm>
            <a:off x="368300" y="4729417"/>
            <a:ext cx="8424672" cy="6096"/>
          </a:xfrm>
          <a:prstGeom prst="rect">
            <a:avLst/>
          </a:prstGeom>
          <a:ln>
            <a:solidFill>
              <a:schemeClr val="bg1">
                <a:lumMod val="65000"/>
              </a:schemeClr>
            </a:solidFill>
          </a:ln>
        </p:spPr>
      </p:pic>
      <p:sp>
        <p:nvSpPr>
          <p:cNvPr id="2" name="文本框 1"/>
          <p:cNvSpPr txBox="1"/>
          <p:nvPr userDrawn="1"/>
        </p:nvSpPr>
        <p:spPr>
          <a:xfrm>
            <a:off x="368300" y="4253023"/>
            <a:ext cx="2576919" cy="338554"/>
          </a:xfrm>
          <a:prstGeom prst="rect">
            <a:avLst/>
          </a:prstGeom>
          <a:noFill/>
        </p:spPr>
        <p:txBody>
          <a:bodyPr wrap="square" rtlCol="0">
            <a:spAutoFit/>
          </a:bodyPr>
          <a:lstStyle/>
          <a:p>
            <a:endParaRPr lang="zh-CN" altLang="en-US" sz="1600" dirty="0" smtClean="0">
              <a:solidFill>
                <a:srgbClr val="000000"/>
              </a:solidFill>
              <a:latin typeface="Verdana" pitchFamily="34" charset="0"/>
              <a:ea typeface="黑体" pitchFamily="49" charset="-122"/>
            </a:endParaRPr>
          </a:p>
        </p:txBody>
      </p:sp>
      <p:pic>
        <p:nvPicPr>
          <p:cNvPr id="12" name="图片 11"/>
          <p:cNvPicPr>
            <a:picLocks noChangeAspect="1"/>
          </p:cNvPicPr>
          <p:nvPr userDrawn="1"/>
        </p:nvPicPr>
        <p:blipFill>
          <a:blip r:embed="rId4">
            <a:extLst>
              <a:ext uri="{28A0092B-C50C-407E-A947-70E740481C1C}">
                <a14:useLocalDpi xmlns:a14="http://schemas.microsoft.com/office/drawing/2010/main" val="0"/>
              </a:ext>
            </a:extLst>
          </a:blip>
          <a:stretch>
            <a:fillRect/>
          </a:stretch>
        </p:blipFill>
        <p:spPr>
          <a:xfrm>
            <a:off x="7299995" y="81588"/>
            <a:ext cx="1480616" cy="629304"/>
          </a:xfrm>
          <a:prstGeom prst="rect">
            <a:avLst/>
          </a:prstGeom>
        </p:spPr>
      </p:pic>
      <p:sp>
        <p:nvSpPr>
          <p:cNvPr id="13" name="文本框 12"/>
          <p:cNvSpPr txBox="1"/>
          <p:nvPr userDrawn="1"/>
        </p:nvSpPr>
        <p:spPr>
          <a:xfrm>
            <a:off x="283240" y="4755705"/>
            <a:ext cx="2576919" cy="215444"/>
          </a:xfrm>
          <a:prstGeom prst="rect">
            <a:avLst/>
          </a:prstGeom>
          <a:noFill/>
        </p:spPr>
        <p:txBody>
          <a:bodyPr wrap="square" rtlCol="0">
            <a:spAutoFit/>
          </a:bodyPr>
          <a:lstStyle/>
          <a:p>
            <a:r>
              <a:rPr lang="en-US" altLang="zh-CN" sz="800" dirty="0" smtClean="0">
                <a:solidFill>
                  <a:srgbClr val="3C3C3C"/>
                </a:solidFill>
                <a:latin typeface="Arial"/>
                <a:ea typeface="华文黑体_易方达" panose="02010600040101010101" pitchFamily="2" charset="-122"/>
                <a:cs typeface="华文黑体" panose="02010600040101010101" pitchFamily="2" charset="-122"/>
              </a:rPr>
              <a:t>E Fund Management Co., Ltd.</a:t>
            </a:r>
            <a:endParaRPr lang="zh-CN" altLang="en-US" sz="800" dirty="0" smtClean="0">
              <a:solidFill>
                <a:srgbClr val="3C3C3C"/>
              </a:solidFill>
              <a:latin typeface="Arial"/>
              <a:ea typeface="华文黑体_易方达" panose="02010600040101010101" pitchFamily="2" charset="-122"/>
              <a:cs typeface="华文黑体" panose="02010600040101010101" pitchFamily="2" charset="-122"/>
            </a:endParaRPr>
          </a:p>
        </p:txBody>
      </p:sp>
      <p:sp>
        <p:nvSpPr>
          <p:cNvPr id="11" name="文本框 10"/>
          <p:cNvSpPr txBox="1"/>
          <p:nvPr userDrawn="1"/>
        </p:nvSpPr>
        <p:spPr>
          <a:xfrm>
            <a:off x="4118640" y="4755072"/>
            <a:ext cx="2576919" cy="215444"/>
          </a:xfrm>
          <a:prstGeom prst="rect">
            <a:avLst/>
          </a:prstGeom>
          <a:noFill/>
        </p:spPr>
        <p:txBody>
          <a:bodyPr wrap="square" rtlCol="0">
            <a:spAutoFit/>
          </a:bodyPr>
          <a:lstStyle/>
          <a:p>
            <a:r>
              <a:rPr lang="en-US" altLang="zh-CN" sz="800" dirty="0" smtClean="0">
                <a:solidFill>
                  <a:srgbClr val="3C3C3C"/>
                </a:solidFill>
                <a:latin typeface="Arial" panose="020B0604020202020204" pitchFamily="34" charset="0"/>
                <a:ea typeface="华文黑体_易方达" panose="02010600040101010101" pitchFamily="2" charset="-122"/>
                <a:cs typeface="Arial" panose="020B0604020202020204" pitchFamily="34" charset="0"/>
              </a:rPr>
              <a:t>For Internal Use Only</a:t>
            </a:r>
            <a:endParaRPr lang="zh-CN" altLang="en-US" sz="800" dirty="0" smtClean="0">
              <a:solidFill>
                <a:srgbClr val="3C3C3C"/>
              </a:solidFill>
              <a:latin typeface="Arial" panose="020B0604020202020204" pitchFamily="34" charset="0"/>
              <a:ea typeface="华文黑体_易方达" panose="02010600040101010101" pitchFamily="2" charset="-122"/>
              <a:cs typeface="Arial" panose="020B0604020202020204" pitchFamily="34" charset="0"/>
            </a:endParaRPr>
          </a:p>
        </p:txBody>
      </p:sp>
    </p:spTree>
    <p:extLst>
      <p:ext uri="{BB962C8B-B14F-4D97-AF65-F5344CB8AC3E}">
        <p14:creationId xmlns:p14="http://schemas.microsoft.com/office/powerpoint/2010/main" val="4072475708"/>
      </p:ext>
    </p:extLst>
  </p:cSld>
  <p:clrMapOvr>
    <a:masterClrMapping/>
  </p:clrMapOvr>
  <p:timing>
    <p:tnLst>
      <p:par>
        <p:cTn id="1" dur="indefinite" restart="never" nodeType="tmRoot"/>
      </p:par>
    </p:tnLst>
  </p:timing>
</p:sldLayout>
</file>

<file path=ppt/slideLayouts/slideLayout30.xml><?xml version="1.0" encoding="utf-8"?>
<p:sldLayout xmlns:a="http://schemas.openxmlformats.org/drawingml/2006/main" xmlns:r="http://schemas.openxmlformats.org/officeDocument/2006/relationships" xmlns:p="http://schemas.openxmlformats.org/presentationml/2006/main" preserve="1" userDrawn="1">
  <p:cSld name="4_结尾页">
    <p:spTree>
      <p:nvGrpSpPr>
        <p:cNvPr id="1" name=""/>
        <p:cNvGrpSpPr/>
        <p:nvPr/>
      </p:nvGrpSpPr>
      <p:grpSpPr>
        <a:xfrm>
          <a:off x="0" y="0"/>
          <a:ext cx="0" cy="0"/>
          <a:chOff x="0" y="0"/>
          <a:chExt cx="0" cy="0"/>
        </a:xfrm>
      </p:grpSpPr>
      <p:pic>
        <p:nvPicPr>
          <p:cNvPr id="5" name="Picture 4" descr="Bar_1.png"/>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0" y="4355783"/>
            <a:ext cx="9144000" cy="792480"/>
          </a:xfrm>
          <a:prstGeom prst="rect">
            <a:avLst/>
          </a:prstGeom>
        </p:spPr>
      </p:pic>
      <p:sp>
        <p:nvSpPr>
          <p:cNvPr id="14" name="Rectangle 22"/>
          <p:cNvSpPr>
            <a:spLocks noGrp="1" noChangeAspect="1" noChangeArrowheads="1"/>
          </p:cNvSpPr>
          <p:nvPr>
            <p:ph idx="10" hasCustomPrompt="1"/>
          </p:nvPr>
        </p:nvSpPr>
        <p:spPr bwMode="auto">
          <a:xfrm>
            <a:off x="349052" y="1188517"/>
            <a:ext cx="4857750" cy="2087746"/>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 uri="{FAA26D3D-D897-4be2-8F04-BA451C77F1D7}">
              <ma14:placeholderFlag xmlns:ma14="http://schemas.microsoft.com/office/mac/drawingml/2011/main" xmlns="" val="1"/>
            </a:ext>
          </a:extLst>
        </p:spPr>
        <p:txBody>
          <a:bodyPr vert="horz" wrap="square" lIns="0" tIns="0" rIns="0" bIns="0" numCol="1" anchor="t" anchorCtr="0" compatLnSpc="1">
            <a:prstTxWarp prst="textNoShape">
              <a:avLst/>
            </a:prstTxWarp>
          </a:bodyPr>
          <a:lstStyle>
            <a:lvl1pPr marL="0" indent="0" algn="l">
              <a:lnSpc>
                <a:spcPct val="100000"/>
              </a:lnSpc>
              <a:buFontTx/>
              <a:buNone/>
              <a:defRPr lang="zh-CN" altLang="en-US" sz="4500" b="1" i="0" kern="1200" dirty="0" smtClean="0">
                <a:solidFill>
                  <a:srgbClr val="005096"/>
                </a:solidFill>
                <a:latin typeface="+mn-lt"/>
                <a:ea typeface="华文黑体_易方达" panose="02010600040101010101" pitchFamily="2" charset="-122"/>
                <a:cs typeface="华文黑体" panose="02010600040101010101" pitchFamily="2" charset="-122"/>
              </a:defRPr>
            </a:lvl1pPr>
            <a:lvl2pPr algn="l">
              <a:lnSpc>
                <a:spcPts val="2400"/>
              </a:lnSpc>
              <a:buFontTx/>
              <a:buNone/>
              <a:defRPr sz="1500" baseline="0">
                <a:solidFill>
                  <a:schemeClr val="bg1"/>
                </a:solidFill>
                <a:latin typeface="Arial"/>
              </a:defRPr>
            </a:lvl2pPr>
            <a:lvl3pPr>
              <a:buFontTx/>
              <a:buNone/>
              <a:defRPr/>
            </a:lvl3pPr>
            <a:lvl4pPr>
              <a:buFontTx/>
              <a:buNone/>
              <a:defRPr/>
            </a:lvl4pPr>
            <a:lvl5pPr>
              <a:buFontTx/>
              <a:buNone/>
              <a:defRPr/>
            </a:lvl5pPr>
          </a:lstStyle>
          <a:p>
            <a:pPr lvl="0"/>
            <a:r>
              <a:rPr lang="en-US" altLang="zh-CN" dirty="0" smtClean="0"/>
              <a:t>Thank You</a:t>
            </a:r>
            <a:br>
              <a:rPr lang="en-US" altLang="zh-CN" dirty="0" smtClean="0"/>
            </a:br>
            <a:endParaRPr lang="en-US" dirty="0" smtClean="0"/>
          </a:p>
        </p:txBody>
      </p:sp>
      <p:sp>
        <p:nvSpPr>
          <p:cNvPr id="8" name="Rectangle 22"/>
          <p:cNvSpPr>
            <a:spLocks noGrp="1" noChangeAspect="1" noChangeArrowheads="1"/>
          </p:cNvSpPr>
          <p:nvPr>
            <p:ph idx="4294967295"/>
          </p:nvPr>
        </p:nvSpPr>
        <p:spPr bwMode="auto">
          <a:xfrm>
            <a:off x="3540648" y="3518916"/>
            <a:ext cx="5239963" cy="443373"/>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 uri="{FAA26D3D-D897-4be2-8F04-BA451C77F1D7}">
              <ma14:placeholderFlag xmlns:ma14="http://schemas.microsoft.com/office/mac/drawingml/2011/main" xmlns="" val="1"/>
            </a:ext>
          </a:extLst>
        </p:spPr>
        <p:txBody>
          <a:bodyPr vert="horz" wrap="square" lIns="0" tIns="0" rIns="0" bIns="0" numCol="1" anchor="t" anchorCtr="0" compatLnSpc="1">
            <a:prstTxWarp prst="textNoShape">
              <a:avLst/>
            </a:prstTxWarp>
          </a:bodyPr>
          <a:lstStyle>
            <a:lvl1pPr marL="0" marR="0" indent="0" algn="l" defTabSz="914400" rtl="0" eaLnBrk="1" fontAlgn="base" latinLnBrk="0" hangingPunct="1">
              <a:lnSpc>
                <a:spcPts val="950"/>
              </a:lnSpc>
              <a:spcBef>
                <a:spcPts val="0"/>
              </a:spcBef>
              <a:spcAft>
                <a:spcPct val="0"/>
              </a:spcAft>
              <a:buClrTx/>
              <a:buSzTx/>
              <a:buFontTx/>
              <a:buNone/>
              <a:tabLst/>
              <a:defRPr sz="800" b="0" baseline="0">
                <a:solidFill>
                  <a:schemeClr val="bg1"/>
                </a:solidFill>
                <a:latin typeface="华文黑体"/>
                <a:ea typeface="华文黑体"/>
              </a:defRPr>
            </a:lvl1pPr>
            <a:lvl2pPr algn="l">
              <a:lnSpc>
                <a:spcPts val="2400"/>
              </a:lnSpc>
              <a:buFontTx/>
              <a:buNone/>
              <a:defRPr sz="1500" baseline="0">
                <a:solidFill>
                  <a:schemeClr val="bg1"/>
                </a:solidFill>
                <a:latin typeface="Arial"/>
              </a:defRPr>
            </a:lvl2pPr>
            <a:lvl3pPr>
              <a:buFontTx/>
              <a:buNone/>
              <a:defRPr/>
            </a:lvl3pPr>
            <a:lvl4pPr>
              <a:buFontTx/>
              <a:buNone/>
              <a:defRPr/>
            </a:lvl4pPr>
            <a:lvl5pPr>
              <a:buFontTx/>
              <a:buNone/>
              <a:defRPr/>
            </a:lvl5pPr>
          </a:lstStyle>
          <a:p>
            <a:pPr lvl="0">
              <a:lnSpc>
                <a:spcPct val="150000"/>
              </a:lnSpc>
            </a:pPr>
            <a:r>
              <a:rPr lang="zh-CN" altLang="en-US" sz="1000" b="1" smtClean="0">
                <a:latin typeface="黑体" panose="02010609060101010101" pitchFamily="49" charset="-122"/>
                <a:ea typeface="黑体" panose="02010609060101010101" pitchFamily="49" charset="-122"/>
              </a:rPr>
              <a:t>编辑母版文本样式</a:t>
            </a:r>
          </a:p>
        </p:txBody>
      </p:sp>
      <p:pic>
        <p:nvPicPr>
          <p:cNvPr id="7" name="图片 6"/>
          <p:cNvPicPr>
            <a:picLocks noChangeAspect="1"/>
          </p:cNvPicPr>
          <p:nvPr userDrawn="1"/>
        </p:nvPicPr>
        <p:blipFill>
          <a:blip r:embed="rId3">
            <a:extLst>
              <a:ext uri="{28A0092B-C50C-407E-A947-70E740481C1C}">
                <a14:useLocalDpi xmlns:a14="http://schemas.microsoft.com/office/drawing/2010/main" val="0"/>
              </a:ext>
            </a:extLst>
          </a:blip>
          <a:stretch>
            <a:fillRect/>
          </a:stretch>
        </p:blipFill>
        <p:spPr>
          <a:xfrm>
            <a:off x="7253163" y="4443086"/>
            <a:ext cx="1480616" cy="629304"/>
          </a:xfrm>
          <a:prstGeom prst="rect">
            <a:avLst/>
          </a:prstGeom>
        </p:spPr>
      </p:pic>
    </p:spTree>
    <p:extLst>
      <p:ext uri="{BB962C8B-B14F-4D97-AF65-F5344CB8AC3E}">
        <p14:creationId xmlns:p14="http://schemas.microsoft.com/office/powerpoint/2010/main" val="773336307"/>
      </p:ext>
    </p:extLst>
  </p:cSld>
  <p:clrMapOvr>
    <a:masterClrMapping/>
  </p:clrMapOvr>
  <p:timing>
    <p:tnLst>
      <p:par>
        <p:cTn id="1" dur="indefinite" restart="never" nodeType="tmRoot"/>
      </p:par>
    </p:tnLst>
  </p:timing>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slideLayout" Target="../slideLayouts/slideLayout12.xml"/><Relationship Id="rId13" Type="http://schemas.openxmlformats.org/officeDocument/2006/relationships/slideLayout" Target="../slideLayouts/slideLayout13.xml"/><Relationship Id="rId14" Type="http://schemas.openxmlformats.org/officeDocument/2006/relationships/slideLayout" Target="../slideLayouts/slideLayout14.xml"/><Relationship Id="rId15" Type="http://schemas.openxmlformats.org/officeDocument/2006/relationships/slideLayout" Target="../slideLayouts/slideLayout15.xml"/><Relationship Id="rId16" Type="http://schemas.openxmlformats.org/officeDocument/2006/relationships/slideLayout" Target="../slideLayouts/slideLayout16.xml"/><Relationship Id="rId17" Type="http://schemas.openxmlformats.org/officeDocument/2006/relationships/slideLayout" Target="../slideLayouts/slideLayout17.xml"/><Relationship Id="rId18" Type="http://schemas.openxmlformats.org/officeDocument/2006/relationships/slideLayout" Target="../slideLayouts/slideLayout18.xml"/><Relationship Id="rId19" Type="http://schemas.openxmlformats.org/officeDocument/2006/relationships/slideLayout" Target="../slideLayouts/slideLayout19.xml"/><Relationship Id="rId20" Type="http://schemas.openxmlformats.org/officeDocument/2006/relationships/slideLayout" Target="../slideLayouts/slideLayout20.xml"/><Relationship Id="rId21" Type="http://schemas.openxmlformats.org/officeDocument/2006/relationships/slideLayout" Target="../slideLayouts/slideLayout21.xml"/><Relationship Id="rId22" Type="http://schemas.openxmlformats.org/officeDocument/2006/relationships/slideLayout" Target="../slideLayouts/slideLayout22.xml"/><Relationship Id="rId23" Type="http://schemas.openxmlformats.org/officeDocument/2006/relationships/slideLayout" Target="../slideLayouts/slideLayout23.xml"/><Relationship Id="rId24" Type="http://schemas.openxmlformats.org/officeDocument/2006/relationships/slideLayout" Target="../slideLayouts/slideLayout24.xml"/><Relationship Id="rId25" Type="http://schemas.openxmlformats.org/officeDocument/2006/relationships/slideLayout" Target="../slideLayouts/slideLayout25.xml"/><Relationship Id="rId26" Type="http://schemas.openxmlformats.org/officeDocument/2006/relationships/slideLayout" Target="../slideLayouts/slideLayout26.xml"/><Relationship Id="rId27" Type="http://schemas.openxmlformats.org/officeDocument/2006/relationships/slideLayout" Target="../slideLayouts/slideLayout27.xml"/><Relationship Id="rId28" Type="http://schemas.openxmlformats.org/officeDocument/2006/relationships/slideLayout" Target="../slideLayouts/slideLayout28.xml"/><Relationship Id="rId29" Type="http://schemas.openxmlformats.org/officeDocument/2006/relationships/slideLayout" Target="../slideLayouts/slideLayout29.xml"/><Relationship Id="rId30" Type="http://schemas.openxmlformats.org/officeDocument/2006/relationships/slideLayout" Target="../slideLayouts/slideLayout30.xml"/><Relationship Id="rId31"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051" name="Rectangle 21"/>
          <p:cNvSpPr>
            <a:spLocks noGrp="1" noChangeArrowheads="1"/>
          </p:cNvSpPr>
          <p:nvPr>
            <p:ph type="title"/>
          </p:nvPr>
        </p:nvSpPr>
        <p:spPr bwMode="auto">
          <a:xfrm>
            <a:off x="557893" y="245837"/>
            <a:ext cx="1900465" cy="268047"/>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 uri="{FAA26D3D-D897-4be2-8F04-BA451C77F1D7}">
              <ma14:placeholderFlag xmlns:ma14="http://schemas.microsoft.com/office/mac/drawingml/2011/main" xmlns="" val="1"/>
            </a:ext>
          </a:extLst>
        </p:spPr>
        <p:txBody>
          <a:bodyPr vert="horz" wrap="square" lIns="0" tIns="0" rIns="0" bIns="45720" numCol="1" anchor="t" anchorCtr="0" compatLnSpc="1">
            <a:prstTxWarp prst="textNoShape">
              <a:avLst/>
            </a:prstTxWarp>
          </a:bodyPr>
          <a:lstStyle/>
          <a:p>
            <a:r>
              <a:rPr lang="zh-CN" altLang="en-US" smtClean="0"/>
              <a:t>单击此处编辑母版标题样式</a:t>
            </a:r>
            <a:endParaRPr lang="en-US" dirty="0"/>
          </a:p>
        </p:txBody>
      </p:sp>
      <p:sp>
        <p:nvSpPr>
          <p:cNvPr id="2052" name="Rectangle 22"/>
          <p:cNvSpPr>
            <a:spLocks noGrp="1" noChangeAspect="1" noChangeArrowheads="1"/>
          </p:cNvSpPr>
          <p:nvPr>
            <p:ph type="body" idx="1"/>
          </p:nvPr>
        </p:nvSpPr>
        <p:spPr bwMode="auto">
          <a:xfrm>
            <a:off x="549276" y="2101190"/>
            <a:ext cx="7097939" cy="1256764"/>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 uri="{FAA26D3D-D897-4be2-8F04-BA451C77F1D7}">
              <ma14:placeholderFlag xmlns:ma14="http://schemas.microsoft.com/office/mac/drawingml/2011/main" xmlns="" val="1"/>
            </a:ext>
          </a:extLst>
        </p:spPr>
        <p:txBody>
          <a:bodyPr vert="horz" wrap="square" lIns="0" tIns="0" rIns="0" bIns="0" numCol="1" anchor="t" anchorCtr="0" compatLnSpc="1">
            <a:prstTxWarp prst="textNoShape">
              <a:avLst/>
            </a:prstTxWarp>
          </a:bodyPr>
          <a:lstStyle/>
          <a:p>
            <a:pPr lvl="0"/>
            <a:r>
              <a:rPr lang="en-US" dirty="0" smtClean="0"/>
              <a:t>Click to edit Master text styles</a:t>
            </a:r>
          </a:p>
          <a:p>
            <a:pPr lvl="1"/>
            <a:r>
              <a:rPr lang="en-US" dirty="0" smtClean="0"/>
              <a:t>Second level</a:t>
            </a:r>
          </a:p>
        </p:txBody>
      </p:sp>
    </p:spTree>
  </p:cSld>
  <p:clrMap bg1="lt1" tx1="dk1" bg2="lt2" tx2="dk2" accent1="accent1" accent2="accent2" accent3="accent3" accent4="accent4" accent5="accent5" accent6="accent6" hlink="hlink" folHlink="folHlink"/>
  <p:sldLayoutIdLst>
    <p:sldLayoutId id="2147483777" r:id="rId1"/>
    <p:sldLayoutId id="2147483775" r:id="rId2"/>
    <p:sldLayoutId id="2147483767" r:id="rId3"/>
    <p:sldLayoutId id="2147483774" r:id="rId4"/>
    <p:sldLayoutId id="2147483761" r:id="rId5"/>
    <p:sldLayoutId id="2147483768" r:id="rId6"/>
    <p:sldLayoutId id="2147483790" r:id="rId7"/>
    <p:sldLayoutId id="2147483791" r:id="rId8"/>
    <p:sldLayoutId id="2147483792" r:id="rId9"/>
    <p:sldLayoutId id="2147483793" r:id="rId10"/>
    <p:sldLayoutId id="2147483794" r:id="rId11"/>
    <p:sldLayoutId id="2147483795" r:id="rId12"/>
    <p:sldLayoutId id="2147483796" r:id="rId13"/>
    <p:sldLayoutId id="2147483797" r:id="rId14"/>
    <p:sldLayoutId id="2147483799" r:id="rId15"/>
    <p:sldLayoutId id="2147483800" r:id="rId16"/>
    <p:sldLayoutId id="2147483801" r:id="rId17"/>
    <p:sldLayoutId id="2147483802" r:id="rId18"/>
    <p:sldLayoutId id="2147483803" r:id="rId19"/>
    <p:sldLayoutId id="2147483804" r:id="rId20"/>
    <p:sldLayoutId id="2147483805" r:id="rId21"/>
    <p:sldLayoutId id="2147483806" r:id="rId22"/>
    <p:sldLayoutId id="2147483807" r:id="rId23"/>
    <p:sldLayoutId id="2147483809" r:id="rId24"/>
    <p:sldLayoutId id="2147483810" r:id="rId25"/>
    <p:sldLayoutId id="2147483811" r:id="rId26"/>
    <p:sldLayoutId id="2147483812" r:id="rId27"/>
    <p:sldLayoutId id="2147483813" r:id="rId28"/>
    <p:sldLayoutId id="2147483814" r:id="rId29"/>
    <p:sldLayoutId id="2147483815" r:id="rId30"/>
  </p:sldLayoutIdLst>
  <p:hf sldNum="0" hdr="0"/>
  <p:txStyles>
    <p:titleStyle>
      <a:lvl1pPr algn="l" rtl="0" eaLnBrk="1" fontAlgn="base" hangingPunct="1">
        <a:spcBef>
          <a:spcPct val="0"/>
        </a:spcBef>
        <a:spcAft>
          <a:spcPct val="0"/>
        </a:spcAft>
        <a:defRPr sz="900" b="0" i="0" baseline="0">
          <a:solidFill>
            <a:schemeClr val="bg1"/>
          </a:solidFill>
          <a:latin typeface="Arial"/>
          <a:ea typeface="华文黑体"/>
          <a:cs typeface="华文细黑"/>
        </a:defRPr>
      </a:lvl1pPr>
      <a:lvl2pPr algn="l" rtl="0" eaLnBrk="1" fontAlgn="base" hangingPunct="1">
        <a:spcBef>
          <a:spcPct val="0"/>
        </a:spcBef>
        <a:spcAft>
          <a:spcPct val="0"/>
        </a:spcAft>
        <a:defRPr sz="3600">
          <a:solidFill>
            <a:schemeClr val="tx1"/>
          </a:solidFill>
          <a:latin typeface="黑体" charset="-122"/>
          <a:ea typeface="黑体" charset="0"/>
          <a:cs typeface="ＭＳ Ｐゴシック" charset="-128"/>
        </a:defRPr>
      </a:lvl2pPr>
      <a:lvl3pPr algn="l" rtl="0" eaLnBrk="1" fontAlgn="base" hangingPunct="1">
        <a:spcBef>
          <a:spcPct val="0"/>
        </a:spcBef>
        <a:spcAft>
          <a:spcPct val="0"/>
        </a:spcAft>
        <a:defRPr sz="3600">
          <a:solidFill>
            <a:schemeClr val="tx1"/>
          </a:solidFill>
          <a:latin typeface="黑体" charset="-122"/>
          <a:ea typeface="黑体" charset="0"/>
          <a:cs typeface="ＭＳ Ｐゴシック" charset="-128"/>
        </a:defRPr>
      </a:lvl3pPr>
      <a:lvl4pPr algn="l" rtl="0" eaLnBrk="1" fontAlgn="base" hangingPunct="1">
        <a:spcBef>
          <a:spcPct val="0"/>
        </a:spcBef>
        <a:spcAft>
          <a:spcPct val="0"/>
        </a:spcAft>
        <a:defRPr sz="3600">
          <a:solidFill>
            <a:schemeClr val="tx1"/>
          </a:solidFill>
          <a:latin typeface="黑体" charset="-122"/>
          <a:ea typeface="黑体" charset="0"/>
          <a:cs typeface="ＭＳ Ｐゴシック" charset="-128"/>
        </a:defRPr>
      </a:lvl4pPr>
      <a:lvl5pPr algn="l" rtl="0" eaLnBrk="1" fontAlgn="base" hangingPunct="1">
        <a:spcBef>
          <a:spcPct val="0"/>
        </a:spcBef>
        <a:spcAft>
          <a:spcPct val="0"/>
        </a:spcAft>
        <a:defRPr sz="3600">
          <a:solidFill>
            <a:schemeClr val="tx1"/>
          </a:solidFill>
          <a:latin typeface="黑体" charset="-122"/>
          <a:ea typeface="黑体" charset="0"/>
          <a:cs typeface="ＭＳ Ｐゴシック" charset="-128"/>
        </a:defRPr>
      </a:lvl5pPr>
      <a:lvl6pPr marL="457200" algn="l" rtl="0" eaLnBrk="1" fontAlgn="base" hangingPunct="1">
        <a:spcBef>
          <a:spcPct val="0"/>
        </a:spcBef>
        <a:spcAft>
          <a:spcPct val="0"/>
        </a:spcAft>
        <a:defRPr sz="3600">
          <a:solidFill>
            <a:srgbClr val="5F294F"/>
          </a:solidFill>
          <a:latin typeface="Arial Narrow" charset="0"/>
          <a:ea typeface="ＭＳ Ｐゴシック" charset="-128"/>
          <a:cs typeface="ＭＳ Ｐゴシック" charset="-128"/>
        </a:defRPr>
      </a:lvl6pPr>
      <a:lvl7pPr marL="914400" algn="l" rtl="0" eaLnBrk="1" fontAlgn="base" hangingPunct="1">
        <a:spcBef>
          <a:spcPct val="0"/>
        </a:spcBef>
        <a:spcAft>
          <a:spcPct val="0"/>
        </a:spcAft>
        <a:defRPr sz="3600">
          <a:solidFill>
            <a:srgbClr val="5F294F"/>
          </a:solidFill>
          <a:latin typeface="Arial Narrow" charset="0"/>
          <a:ea typeface="ＭＳ Ｐゴシック" charset="-128"/>
          <a:cs typeface="ＭＳ Ｐゴシック" charset="-128"/>
        </a:defRPr>
      </a:lvl7pPr>
      <a:lvl8pPr marL="1371600" algn="l" rtl="0" eaLnBrk="1" fontAlgn="base" hangingPunct="1">
        <a:spcBef>
          <a:spcPct val="0"/>
        </a:spcBef>
        <a:spcAft>
          <a:spcPct val="0"/>
        </a:spcAft>
        <a:defRPr sz="3600">
          <a:solidFill>
            <a:srgbClr val="5F294F"/>
          </a:solidFill>
          <a:latin typeface="Arial Narrow" charset="0"/>
          <a:ea typeface="ＭＳ Ｐゴシック" charset="-128"/>
          <a:cs typeface="ＭＳ Ｐゴシック" charset="-128"/>
        </a:defRPr>
      </a:lvl8pPr>
      <a:lvl9pPr marL="1828800" algn="l" rtl="0" eaLnBrk="1" fontAlgn="base" hangingPunct="1">
        <a:spcBef>
          <a:spcPct val="0"/>
        </a:spcBef>
        <a:spcAft>
          <a:spcPct val="0"/>
        </a:spcAft>
        <a:defRPr sz="3600">
          <a:solidFill>
            <a:srgbClr val="5F294F"/>
          </a:solidFill>
          <a:latin typeface="Arial Narrow" charset="0"/>
          <a:ea typeface="ＭＳ Ｐゴシック" charset="-128"/>
          <a:cs typeface="ＭＳ Ｐゴシック" charset="-128"/>
        </a:defRPr>
      </a:lvl9pPr>
    </p:titleStyle>
    <p:bodyStyle>
      <a:lvl1pPr marL="0" indent="-342900" algn="l" rtl="0" eaLnBrk="1" fontAlgn="base" hangingPunct="1">
        <a:spcBef>
          <a:spcPts val="0"/>
        </a:spcBef>
        <a:spcAft>
          <a:spcPct val="0"/>
        </a:spcAft>
        <a:defRPr sz="3600" b="1" baseline="0">
          <a:solidFill>
            <a:schemeClr val="bg1"/>
          </a:solidFill>
          <a:latin typeface="Arial"/>
          <a:ea typeface="华文细黑"/>
          <a:cs typeface="华文细黑"/>
        </a:defRPr>
      </a:lvl1pPr>
      <a:lvl2pPr marL="0" indent="0" algn="l" rtl="0" eaLnBrk="1" fontAlgn="base" hangingPunct="1">
        <a:lnSpc>
          <a:spcPts val="2400"/>
        </a:lnSpc>
        <a:spcBef>
          <a:spcPts val="0"/>
        </a:spcBef>
        <a:spcAft>
          <a:spcPct val="0"/>
        </a:spcAft>
        <a:buClr>
          <a:srgbClr val="5F294F"/>
        </a:buClr>
        <a:buFontTx/>
        <a:buNone/>
        <a:defRPr sz="1500" b="1" baseline="0">
          <a:solidFill>
            <a:schemeClr val="bg1"/>
          </a:solidFill>
          <a:latin typeface="Arial"/>
          <a:ea typeface="华文细黑"/>
          <a:cs typeface="华文细黑"/>
        </a:defRPr>
      </a:lvl2pPr>
      <a:lvl3pPr marL="396875" indent="0" algn="just" rtl="0" eaLnBrk="1" fontAlgn="base" hangingPunct="1">
        <a:spcBef>
          <a:spcPct val="0"/>
        </a:spcBef>
        <a:spcAft>
          <a:spcPct val="0"/>
        </a:spcAft>
        <a:buClr>
          <a:srgbClr val="5F294F"/>
        </a:buClr>
        <a:buFontTx/>
        <a:buNone/>
        <a:defRPr sz="1500" b="1" baseline="0">
          <a:solidFill>
            <a:schemeClr val="tx1"/>
          </a:solidFill>
          <a:latin typeface="Arial"/>
          <a:ea typeface="华文细黑"/>
          <a:cs typeface="华文细黑"/>
        </a:defRPr>
      </a:lvl3pPr>
      <a:lvl4pPr marL="631825" indent="0" algn="just" rtl="0" eaLnBrk="1" fontAlgn="base" hangingPunct="1">
        <a:spcBef>
          <a:spcPct val="0"/>
        </a:spcBef>
        <a:spcAft>
          <a:spcPct val="0"/>
        </a:spcAft>
        <a:buClr>
          <a:srgbClr val="5F294F"/>
        </a:buClr>
        <a:buFontTx/>
        <a:buNone/>
        <a:defRPr sz="1500" b="1" baseline="0">
          <a:solidFill>
            <a:schemeClr val="tx1"/>
          </a:solidFill>
          <a:latin typeface="Arial"/>
          <a:ea typeface="华文细黑"/>
          <a:cs typeface="华文细黑"/>
        </a:defRPr>
      </a:lvl4pPr>
      <a:lvl5pPr marL="917575" indent="0" algn="just" rtl="0" eaLnBrk="1" fontAlgn="base" hangingPunct="1">
        <a:spcBef>
          <a:spcPct val="0"/>
        </a:spcBef>
        <a:spcAft>
          <a:spcPct val="0"/>
        </a:spcAft>
        <a:buClr>
          <a:srgbClr val="5F294F"/>
        </a:buClr>
        <a:buFontTx/>
        <a:buNone/>
        <a:defRPr sz="1500" b="1" baseline="0">
          <a:solidFill>
            <a:schemeClr val="tx1"/>
          </a:solidFill>
          <a:latin typeface="Arial"/>
          <a:ea typeface="华文细黑"/>
          <a:cs typeface="华文细黑"/>
        </a:defRPr>
      </a:lvl5pPr>
      <a:lvl6pPr marL="1541463" indent="-166688" algn="l" rtl="0" eaLnBrk="1" fontAlgn="base" hangingPunct="1">
        <a:spcBef>
          <a:spcPct val="0"/>
        </a:spcBef>
        <a:spcAft>
          <a:spcPct val="0"/>
        </a:spcAft>
        <a:buClr>
          <a:srgbClr val="5F294F"/>
        </a:buClr>
        <a:buFont typeface="Times" charset="0"/>
        <a:buChar char="•"/>
        <a:defRPr sz="2000">
          <a:solidFill>
            <a:srgbClr val="747679"/>
          </a:solidFill>
          <a:latin typeface="+mn-lt"/>
          <a:ea typeface="+mn-ea"/>
        </a:defRPr>
      </a:lvl6pPr>
      <a:lvl7pPr marL="1998663" indent="-166688" algn="l" rtl="0" eaLnBrk="1" fontAlgn="base" hangingPunct="1">
        <a:spcBef>
          <a:spcPct val="0"/>
        </a:spcBef>
        <a:spcAft>
          <a:spcPct val="0"/>
        </a:spcAft>
        <a:buClr>
          <a:srgbClr val="5F294F"/>
        </a:buClr>
        <a:buFont typeface="Times" charset="0"/>
        <a:buChar char="•"/>
        <a:defRPr sz="2000">
          <a:solidFill>
            <a:srgbClr val="747679"/>
          </a:solidFill>
          <a:latin typeface="+mn-lt"/>
          <a:ea typeface="+mn-ea"/>
        </a:defRPr>
      </a:lvl7pPr>
      <a:lvl8pPr marL="2455863" indent="-166688" algn="l" rtl="0" eaLnBrk="1" fontAlgn="base" hangingPunct="1">
        <a:spcBef>
          <a:spcPct val="0"/>
        </a:spcBef>
        <a:spcAft>
          <a:spcPct val="0"/>
        </a:spcAft>
        <a:buClr>
          <a:srgbClr val="5F294F"/>
        </a:buClr>
        <a:buFont typeface="Times" charset="0"/>
        <a:buChar char="•"/>
        <a:defRPr sz="2000">
          <a:solidFill>
            <a:srgbClr val="747679"/>
          </a:solidFill>
          <a:latin typeface="+mn-lt"/>
          <a:ea typeface="+mn-ea"/>
        </a:defRPr>
      </a:lvl8pPr>
      <a:lvl9pPr marL="2913063" indent="-166688" algn="l" rtl="0" eaLnBrk="1" fontAlgn="base" hangingPunct="1">
        <a:spcBef>
          <a:spcPct val="0"/>
        </a:spcBef>
        <a:spcAft>
          <a:spcPct val="0"/>
        </a:spcAft>
        <a:buClr>
          <a:srgbClr val="5F294F"/>
        </a:buClr>
        <a:buFont typeface="Times" charset="0"/>
        <a:buChar char="•"/>
        <a:defRPr sz="2000">
          <a:solidFill>
            <a:srgbClr val="747679"/>
          </a:solidFill>
          <a:latin typeface="+mn-lt"/>
          <a:ea typeface="+mn-ea"/>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extLst>
      <p:ext uri="{BB962C8B-B14F-4D97-AF65-F5344CB8AC3E}">
        <p14:creationId xmlns:p14="http://schemas.microsoft.com/office/powerpoint/2010/main" val="827746716"/>
      </p:ext>
    </p:extLst>
  </p:cSld>
  <p:clrMapOvr>
    <a:masterClrMapping/>
  </p:clrMapOvr>
</p:sld>
</file>

<file path=ppt/theme/theme1.xml><?xml version="1.0" encoding="utf-8"?>
<a:theme xmlns:a="http://schemas.openxmlformats.org/drawingml/2006/main" name="中文 EFund_PowerPoint">
  <a:themeElements>
    <a:clrScheme name="易方达ppt色彩体系">
      <a:dk1>
        <a:srgbClr val="3C3C3C"/>
      </a:dk1>
      <a:lt1>
        <a:srgbClr val="FFFFFF"/>
      </a:lt1>
      <a:dk2>
        <a:srgbClr val="FFC819"/>
      </a:dk2>
      <a:lt2>
        <a:srgbClr val="CCCCCC"/>
      </a:lt2>
      <a:accent1>
        <a:srgbClr val="005096"/>
      </a:accent1>
      <a:accent2>
        <a:srgbClr val="0078B4"/>
      </a:accent2>
      <a:accent3>
        <a:srgbClr val="1EB9E1"/>
      </a:accent3>
      <a:accent4>
        <a:srgbClr val="3C3C3C"/>
      </a:accent4>
      <a:accent5>
        <a:srgbClr val="969696"/>
      </a:accent5>
      <a:accent6>
        <a:srgbClr val="D7D7D7"/>
      </a:accent6>
      <a:hlink>
        <a:srgbClr val="FFD71E"/>
      </a:hlink>
      <a:folHlink>
        <a:srgbClr val="FFE61E"/>
      </a:folHlink>
    </a:clrScheme>
    <a:fontScheme name="易方达">
      <a:majorFont>
        <a:latin typeface="Arial"/>
        <a:ea typeface="华文黑体_易方达"/>
        <a:cs typeface="ＭＳ Ｐゴシック"/>
      </a:majorFont>
      <a:minorFont>
        <a:latin typeface="Arial"/>
        <a:ea typeface="华文黑体_易方达"/>
        <a:cs typeface="ＭＳ Ｐゴシック"/>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bwMode="auto">
        <a:xfrm>
          <a:off x="0" y="0"/>
          <a:ext cx="1" cy="1"/>
        </a:xfrm>
        <a:custGeom>
          <a:avLst/>
          <a:gdLst/>
          <a:ahLst/>
          <a:cxnLst/>
          <a:rect l="0" t="0" r="0" b="0"/>
          <a:pathLst/>
        </a:custGeom>
        <a:solidFill>
          <a:schemeClr val="accent1"/>
        </a:solidFill>
        <a:ln w="9525" cap="flat" cmpd="sng" algn="ctr">
          <a:solidFill>
            <a:schemeClr val="tx1"/>
          </a:solidFill>
          <a:prstDash val="solid"/>
          <a:round/>
          <a:headEnd type="none" w="med" len="med"/>
          <a:tailEnd type="none" w="med" len="med"/>
        </a:ln>
        <a:effectLst/>
      </a:spPr>
      <a:bodyPr vert="horz" wrap="square" lIns="91440" tIns="45720" rIns="91440" bIns="45720" numCol="1" anchor="t" anchorCtr="0" compatLnSpc="1">
        <a:prstTxWarp prst="textNoShape">
          <a:avLst/>
        </a:prstTxWarp>
      </a:bodyPr>
      <a:lstStyle>
        <a:defPPr marL="0" marR="0" indent="0" algn="l" defTabSz="914400" rtl="0" eaLnBrk="0" fontAlgn="base" latinLnBrk="0" hangingPunct="0">
          <a:lnSpc>
            <a:spcPct val="100000"/>
          </a:lnSpc>
          <a:spcBef>
            <a:spcPct val="0"/>
          </a:spcBef>
          <a:spcAft>
            <a:spcPct val="0"/>
          </a:spcAft>
          <a:buClrTx/>
          <a:buSzTx/>
          <a:buFontTx/>
          <a:buNone/>
          <a:tabLst/>
          <a:defRPr kumimoji="0" lang="en-US" sz="2400" b="0" i="0" u="none" strike="noStrike" cap="none" normalizeH="0" baseline="0">
            <a:ln>
              <a:noFill/>
            </a:ln>
            <a:solidFill>
              <a:schemeClr val="tx1"/>
            </a:solidFill>
            <a:effectLst/>
            <a:latin typeface="Arial" charset="0"/>
            <a:ea typeface="ＭＳ Ｐゴシック" charset="-128"/>
            <a:cs typeface="ＭＳ Ｐゴシック" charset="-128"/>
          </a:defRPr>
        </a:defPPr>
      </a:lstStyle>
    </a:spDef>
    <a:lnDef>
      <a:spPr bwMode="auto">
        <a:xfrm>
          <a:off x="0" y="0"/>
          <a:ext cx="1" cy="1"/>
        </a:xfrm>
        <a:custGeom>
          <a:avLst/>
          <a:gdLst/>
          <a:ahLst/>
          <a:cxnLst/>
          <a:rect l="0" t="0" r="0" b="0"/>
          <a:pathLst/>
        </a:custGeom>
        <a:solidFill>
          <a:schemeClr val="accent1"/>
        </a:solidFill>
        <a:ln w="9525" cap="flat" cmpd="sng" algn="ctr">
          <a:solidFill>
            <a:schemeClr val="tx1"/>
          </a:solidFill>
          <a:prstDash val="solid"/>
          <a:round/>
          <a:headEnd type="none" w="med" len="med"/>
          <a:tailEnd type="none" w="med" len="med"/>
        </a:ln>
        <a:effectLst/>
      </a:spPr>
      <a:bodyPr vert="horz" wrap="square" lIns="91440" tIns="45720" rIns="91440" bIns="45720" numCol="1" anchor="t" anchorCtr="0" compatLnSpc="1">
        <a:prstTxWarp prst="textNoShape">
          <a:avLst/>
        </a:prstTxWarp>
      </a:bodyPr>
      <a:lstStyle>
        <a:defPPr marL="0" marR="0" indent="0" algn="l" defTabSz="914400" rtl="0" eaLnBrk="0" fontAlgn="base" latinLnBrk="0" hangingPunct="0">
          <a:lnSpc>
            <a:spcPct val="100000"/>
          </a:lnSpc>
          <a:spcBef>
            <a:spcPct val="0"/>
          </a:spcBef>
          <a:spcAft>
            <a:spcPct val="0"/>
          </a:spcAft>
          <a:buClrTx/>
          <a:buSzTx/>
          <a:buFontTx/>
          <a:buNone/>
          <a:tabLst/>
          <a:defRPr kumimoji="0" lang="en-US" sz="2400" b="0" i="0" u="none" strike="noStrike" cap="none" normalizeH="0" baseline="0">
            <a:ln>
              <a:noFill/>
            </a:ln>
            <a:solidFill>
              <a:schemeClr val="tx1"/>
            </a:solidFill>
            <a:effectLst/>
            <a:latin typeface="Arial" charset="0"/>
            <a:ea typeface="ＭＳ Ｐゴシック" charset="-128"/>
            <a:cs typeface="ＭＳ Ｐゴシック" charset="-128"/>
          </a:defRPr>
        </a:defPPr>
      </a:lstStyle>
    </a:lnDef>
    <a:txDef>
      <a:spPr>
        <a:noFill/>
      </a:spPr>
      <a:bodyPr wrap="square" rtlCol="0">
        <a:spAutoFit/>
      </a:bodyPr>
      <a:lstStyle>
        <a:defPPr>
          <a:defRPr sz="1200" dirty="0">
            <a:solidFill>
              <a:schemeClr val="accent4"/>
            </a:solidFill>
            <a:latin typeface="+mn-ea"/>
            <a:ea typeface="+mn-ea"/>
          </a:defRPr>
        </a:defPPr>
      </a:lstStyle>
    </a:txDef>
  </a:objectDefaults>
  <a:extraClrSchemeLst>
    <a:extraClrScheme>
      <a:clrScheme name="Ramaxel 1">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clrMap bg1="lt1" tx1="dk1" bg2="lt2" tx2="dk2" accent1="accent1" accent2="accent2" accent3="accent3" accent4="accent4" accent5="accent5" accent6="accent6" hlink="hlink" folHlink="folHlink"/>
    </a:extraClrScheme>
    <a:extraClrScheme>
      <a:clrScheme name="Ramaxel 2">
        <a:dk1>
          <a:srgbClr val="000000"/>
        </a:dk1>
        <a:lt1>
          <a:srgbClr val="FFFFFF"/>
        </a:lt1>
        <a:dk2>
          <a:srgbClr val="000000"/>
        </a:dk2>
        <a:lt2>
          <a:srgbClr val="969696"/>
        </a:lt2>
        <a:accent1>
          <a:srgbClr val="FBDF53"/>
        </a:accent1>
        <a:accent2>
          <a:srgbClr val="FF9966"/>
        </a:accent2>
        <a:accent3>
          <a:srgbClr val="FFFFFF"/>
        </a:accent3>
        <a:accent4>
          <a:srgbClr val="000000"/>
        </a:accent4>
        <a:accent5>
          <a:srgbClr val="FDECB3"/>
        </a:accent5>
        <a:accent6>
          <a:srgbClr val="E78A5C"/>
        </a:accent6>
        <a:hlink>
          <a:srgbClr val="CC3300"/>
        </a:hlink>
        <a:folHlink>
          <a:srgbClr val="996600"/>
        </a:folHlink>
      </a:clrScheme>
      <a:clrMap bg1="lt1" tx1="dk1" bg2="lt2" tx2="dk2" accent1="accent1" accent2="accent2" accent3="accent3" accent4="accent4" accent5="accent5" accent6="accent6" hlink="hlink" folHlink="folHlink"/>
    </a:extraClrScheme>
    <a:extraClrScheme>
      <a:clrScheme name="Ramaxel 3">
        <a:dk1>
          <a:srgbClr val="000000"/>
        </a:dk1>
        <a:lt1>
          <a:srgbClr val="FFFFFF"/>
        </a:lt1>
        <a:dk2>
          <a:srgbClr val="000000"/>
        </a:dk2>
        <a:lt2>
          <a:srgbClr val="808080"/>
        </a:lt2>
        <a:accent1>
          <a:srgbClr val="99CCFF"/>
        </a:accent1>
        <a:accent2>
          <a:srgbClr val="CCCCFF"/>
        </a:accent2>
        <a:accent3>
          <a:srgbClr val="FFFFFF"/>
        </a:accent3>
        <a:accent4>
          <a:srgbClr val="000000"/>
        </a:accent4>
        <a:accent5>
          <a:srgbClr val="CAE2FF"/>
        </a:accent5>
        <a:accent6>
          <a:srgbClr val="B9B9E7"/>
        </a:accent6>
        <a:hlink>
          <a:srgbClr val="3333CC"/>
        </a:hlink>
        <a:folHlink>
          <a:srgbClr val="AF67FF"/>
        </a:folHlink>
      </a:clrScheme>
      <a:clrMap bg1="lt1" tx1="dk1" bg2="lt2" tx2="dk2" accent1="accent1" accent2="accent2" accent3="accent3" accent4="accent4" accent5="accent5" accent6="accent6" hlink="hlink" folHlink="folHlink"/>
    </a:extraClrScheme>
    <a:extraClrScheme>
      <a:clrScheme name="Ramaxel 4">
        <a:dk1>
          <a:srgbClr val="000000"/>
        </a:dk1>
        <a:lt1>
          <a:srgbClr val="DEF6F1"/>
        </a:lt1>
        <a:dk2>
          <a:srgbClr val="000000"/>
        </a:dk2>
        <a:lt2>
          <a:srgbClr val="969696"/>
        </a:lt2>
        <a:accent1>
          <a:srgbClr val="FFFFFF"/>
        </a:accent1>
        <a:accent2>
          <a:srgbClr val="8DC6FF"/>
        </a:accent2>
        <a:accent3>
          <a:srgbClr val="ECFAF7"/>
        </a:accent3>
        <a:accent4>
          <a:srgbClr val="000000"/>
        </a:accent4>
        <a:accent5>
          <a:srgbClr val="FFFFFF"/>
        </a:accent5>
        <a:accent6>
          <a:srgbClr val="7FB3E7"/>
        </a:accent6>
        <a:hlink>
          <a:srgbClr val="0066CC"/>
        </a:hlink>
        <a:folHlink>
          <a:srgbClr val="00A800"/>
        </a:folHlink>
      </a:clrScheme>
      <a:clrMap bg1="lt1" tx1="dk1" bg2="lt2" tx2="dk2" accent1="accent1" accent2="accent2" accent3="accent3" accent4="accent4" accent5="accent5" accent6="accent6" hlink="hlink" folHlink="folHlink"/>
    </a:extraClrScheme>
    <a:extraClrScheme>
      <a:clrScheme name="Ramaxel 5">
        <a:dk1>
          <a:srgbClr val="000000"/>
        </a:dk1>
        <a:lt1>
          <a:srgbClr val="FFFFD9"/>
        </a:lt1>
        <a:dk2>
          <a:srgbClr val="000000"/>
        </a:dk2>
        <a:lt2>
          <a:srgbClr val="777777"/>
        </a:lt2>
        <a:accent1>
          <a:srgbClr val="FFFFF7"/>
        </a:accent1>
        <a:accent2>
          <a:srgbClr val="33CCCC"/>
        </a:accent2>
        <a:accent3>
          <a:srgbClr val="FFFFE9"/>
        </a:accent3>
        <a:accent4>
          <a:srgbClr val="000000"/>
        </a:accent4>
        <a:accent5>
          <a:srgbClr val="FFFFFA"/>
        </a:accent5>
        <a:accent6>
          <a:srgbClr val="2DB9B9"/>
        </a:accent6>
        <a:hlink>
          <a:srgbClr val="FF5050"/>
        </a:hlink>
        <a:folHlink>
          <a:srgbClr val="FF9900"/>
        </a:folHlink>
      </a:clrScheme>
      <a:clrMap bg1="lt1" tx1="dk1" bg2="lt2" tx2="dk2" accent1="accent1" accent2="accent2" accent3="accent3" accent4="accent4" accent5="accent5" accent6="accent6" hlink="hlink" folHlink="folHlink"/>
    </a:extraClrScheme>
    <a:extraClrScheme>
      <a:clrScheme name="Ramaxel 6">
        <a:dk1>
          <a:srgbClr val="005A58"/>
        </a:dk1>
        <a:lt1>
          <a:srgbClr val="FFFFFF"/>
        </a:lt1>
        <a:dk2>
          <a:srgbClr val="008080"/>
        </a:dk2>
        <a:lt2>
          <a:srgbClr val="FFFF99"/>
        </a:lt2>
        <a:accent1>
          <a:srgbClr val="006462"/>
        </a:accent1>
        <a:accent2>
          <a:srgbClr val="6D6FC7"/>
        </a:accent2>
        <a:accent3>
          <a:srgbClr val="AAC0C0"/>
        </a:accent3>
        <a:accent4>
          <a:srgbClr val="DADADA"/>
        </a:accent4>
        <a:accent5>
          <a:srgbClr val="AAB8B7"/>
        </a:accent5>
        <a:accent6>
          <a:srgbClr val="6264B4"/>
        </a:accent6>
        <a:hlink>
          <a:srgbClr val="00FFFF"/>
        </a:hlink>
        <a:folHlink>
          <a:srgbClr val="00FF00"/>
        </a:folHlink>
      </a:clrScheme>
      <a:clrMap bg1="dk2" tx1="lt1" bg2="dk1" tx2="lt2" accent1="accent1" accent2="accent2" accent3="accent3" accent4="accent4" accent5="accent5" accent6="accent6" hlink="hlink" folHlink="folHlink"/>
    </a:extraClrScheme>
    <a:extraClrScheme>
      <a:clrScheme name="Ramaxel 7">
        <a:dk1>
          <a:srgbClr val="5C1F00"/>
        </a:dk1>
        <a:lt1>
          <a:srgbClr val="FFFFFF"/>
        </a:lt1>
        <a:dk2>
          <a:srgbClr val="800000"/>
        </a:dk2>
        <a:lt2>
          <a:srgbClr val="DFD293"/>
        </a:lt2>
        <a:accent1>
          <a:srgbClr val="713E39"/>
        </a:accent1>
        <a:accent2>
          <a:srgbClr val="BE7960"/>
        </a:accent2>
        <a:accent3>
          <a:srgbClr val="C0AAAA"/>
        </a:accent3>
        <a:accent4>
          <a:srgbClr val="DADADA"/>
        </a:accent4>
        <a:accent5>
          <a:srgbClr val="BBAFAE"/>
        </a:accent5>
        <a:accent6>
          <a:srgbClr val="AC6D56"/>
        </a:accent6>
        <a:hlink>
          <a:srgbClr val="FFFF99"/>
        </a:hlink>
        <a:folHlink>
          <a:srgbClr val="D3A219"/>
        </a:folHlink>
      </a:clrScheme>
      <a:clrMap bg1="dk2" tx1="lt1" bg2="dk1" tx2="lt2" accent1="accent1" accent2="accent2" accent3="accent3" accent4="accent4" accent5="accent5" accent6="accent6" hlink="hlink" folHlink="folHlink"/>
    </a:extraClrScheme>
    <a:extraClrScheme>
      <a:clrScheme name="Ramaxel 8">
        <a:dk1>
          <a:srgbClr val="003366"/>
        </a:dk1>
        <a:lt1>
          <a:srgbClr val="FFFFFF"/>
        </a:lt1>
        <a:dk2>
          <a:srgbClr val="000099"/>
        </a:dk2>
        <a:lt2>
          <a:srgbClr val="CCFFFF"/>
        </a:lt2>
        <a:accent1>
          <a:srgbClr val="3366CC"/>
        </a:accent1>
        <a:accent2>
          <a:srgbClr val="00B000"/>
        </a:accent2>
        <a:accent3>
          <a:srgbClr val="AAAACA"/>
        </a:accent3>
        <a:accent4>
          <a:srgbClr val="DADADA"/>
        </a:accent4>
        <a:accent5>
          <a:srgbClr val="ADB8E2"/>
        </a:accent5>
        <a:accent6>
          <a:srgbClr val="009F00"/>
        </a:accent6>
        <a:hlink>
          <a:srgbClr val="66CCFF"/>
        </a:hlink>
        <a:folHlink>
          <a:srgbClr val="FFE701"/>
        </a:folHlink>
      </a:clrScheme>
      <a:clrMap bg1="dk2" tx1="lt1" bg2="dk1" tx2="lt2" accent1="accent1" accent2="accent2" accent3="accent3" accent4="accent4" accent5="accent5" accent6="accent6" hlink="hlink" folHlink="folHlink"/>
    </a:extraClrScheme>
    <a:extraClrScheme>
      <a:clrScheme name="Ramaxel 9">
        <a:dk1>
          <a:srgbClr val="336699"/>
        </a:dk1>
        <a:lt1>
          <a:srgbClr val="FFFFFF"/>
        </a:lt1>
        <a:dk2>
          <a:srgbClr val="000000"/>
        </a:dk2>
        <a:lt2>
          <a:srgbClr val="E3EBF1"/>
        </a:lt2>
        <a:accent1>
          <a:srgbClr val="003399"/>
        </a:accent1>
        <a:accent2>
          <a:srgbClr val="468A4B"/>
        </a:accent2>
        <a:accent3>
          <a:srgbClr val="AAAAAA"/>
        </a:accent3>
        <a:accent4>
          <a:srgbClr val="DADADA"/>
        </a:accent4>
        <a:accent5>
          <a:srgbClr val="AAADCA"/>
        </a:accent5>
        <a:accent6>
          <a:srgbClr val="3F7D43"/>
        </a:accent6>
        <a:hlink>
          <a:srgbClr val="66CCFF"/>
        </a:hlink>
        <a:folHlink>
          <a:srgbClr val="F0E500"/>
        </a:folHlink>
      </a:clrScheme>
      <a:clrMap bg1="dk2" tx1="lt1" bg2="dk1" tx2="lt2" accent1="accent1" accent2="accent2" accent3="accent3" accent4="accent4" accent5="accent5" accent6="accent6" hlink="hlink" folHlink="folHlink"/>
    </a:extraClrScheme>
    <a:extraClrScheme>
      <a:clrScheme name="Ramaxel 10">
        <a:dk1>
          <a:srgbClr val="777777"/>
        </a:dk1>
        <a:lt1>
          <a:srgbClr val="FFFFFF"/>
        </a:lt1>
        <a:dk2>
          <a:srgbClr val="686B5D"/>
        </a:dk2>
        <a:lt2>
          <a:srgbClr val="D1D1CB"/>
        </a:lt2>
        <a:accent1>
          <a:srgbClr val="909082"/>
        </a:accent1>
        <a:accent2>
          <a:srgbClr val="809EA8"/>
        </a:accent2>
        <a:accent3>
          <a:srgbClr val="B9BAB6"/>
        </a:accent3>
        <a:accent4>
          <a:srgbClr val="DADADA"/>
        </a:accent4>
        <a:accent5>
          <a:srgbClr val="C6C6C1"/>
        </a:accent5>
        <a:accent6>
          <a:srgbClr val="738F98"/>
        </a:accent6>
        <a:hlink>
          <a:srgbClr val="FFCC66"/>
        </a:hlink>
        <a:folHlink>
          <a:srgbClr val="E9DCB9"/>
        </a:folHlink>
      </a:clrScheme>
      <a:clrMap bg1="dk2" tx1="lt1" bg2="dk1" tx2="lt2" accent1="accent1" accent2="accent2" accent3="accent3" accent4="accent4" accent5="accent5" accent6="accent6" hlink="hlink" folHlink="folHlink"/>
    </a:extraClrScheme>
    <a:extraClrScheme>
      <a:clrScheme name="Ramaxel 11">
        <a:dk1>
          <a:srgbClr val="3E3E5C"/>
        </a:dk1>
        <a:lt1>
          <a:srgbClr val="FFFFFF"/>
        </a:lt1>
        <a:dk2>
          <a:srgbClr val="666699"/>
        </a:dk2>
        <a:lt2>
          <a:srgbClr val="FFFFFF"/>
        </a:lt2>
        <a:accent1>
          <a:srgbClr val="60597B"/>
        </a:accent1>
        <a:accent2>
          <a:srgbClr val="6666FF"/>
        </a:accent2>
        <a:accent3>
          <a:srgbClr val="B8B8CA"/>
        </a:accent3>
        <a:accent4>
          <a:srgbClr val="DADADA"/>
        </a:accent4>
        <a:accent5>
          <a:srgbClr val="B6B5BF"/>
        </a:accent5>
        <a:accent6>
          <a:srgbClr val="5C5CE7"/>
        </a:accent6>
        <a:hlink>
          <a:srgbClr val="99CCFF"/>
        </a:hlink>
        <a:folHlink>
          <a:srgbClr val="FFFF99"/>
        </a:folHlink>
      </a:clrScheme>
      <a:clrMap bg1="dk2" tx1="lt1" bg2="dk1" tx2="lt2" accent1="accent1" accent2="accent2" accent3="accent3" accent4="accent4" accent5="accent5" accent6="accent6" hlink="hlink" folHlink="folHlink"/>
    </a:extraClrScheme>
    <a:extraClrScheme>
      <a:clrScheme name="Ramaxel 12">
        <a:dk1>
          <a:srgbClr val="2D2015"/>
        </a:dk1>
        <a:lt1>
          <a:srgbClr val="FFFFFF"/>
        </a:lt1>
        <a:dk2>
          <a:srgbClr val="523E26"/>
        </a:dk2>
        <a:lt2>
          <a:srgbClr val="DFC08D"/>
        </a:lt2>
        <a:accent1>
          <a:srgbClr val="8C7B70"/>
        </a:accent1>
        <a:accent2>
          <a:srgbClr val="8F5F2F"/>
        </a:accent2>
        <a:accent3>
          <a:srgbClr val="B3AFAC"/>
        </a:accent3>
        <a:accent4>
          <a:srgbClr val="DADADA"/>
        </a:accent4>
        <a:accent5>
          <a:srgbClr val="C5BFBB"/>
        </a:accent5>
        <a:accent6>
          <a:srgbClr val="81552A"/>
        </a:accent6>
        <a:hlink>
          <a:srgbClr val="CCB400"/>
        </a:hlink>
        <a:folHlink>
          <a:srgbClr val="8C9EA0"/>
        </a:folHlink>
      </a:clrScheme>
      <a:clrMap bg1="dk2" tx1="lt1" bg2="dk1" tx2="lt2" accent1="accent1" accent2="accent2" accent3="accent3" accent4="accent4" accent5="accent5" accent6="accent6" hlink="hlink" folHlink="folHlink"/>
    </a:extraClrScheme>
  </a:extraClrSchemeLst>
  <a:extLst>
    <a:ext uri="{05A4C25C-085E-4340-85A3-A5531E510DB2}">
      <thm15:themeFamily xmlns:thm15="http://schemas.microsoft.com/office/thememl/2012/main" name="年度述职+2025规划版本.pptx" id="{C6B4E495-8ED8-4110-BC92-4EB24A0236C2}" vid="{60BB1094-2BBD-4B6B-86F4-879F8AD9D209}"/>
    </a:ext>
  </a:extLst>
</a:theme>
</file>

<file path=ppt/theme/theme2.xml><?xml version="1.0" encoding="utf-8"?>
<a:theme xmlns:a="http://schemas.openxmlformats.org/drawingml/2006/main" name="Office Theme">
  <a:themeElements>
    <a:clrScheme name="">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3.xml><?xml version="1.0" encoding="utf-8"?>
<a:theme xmlns:a="http://schemas.openxmlformats.org/drawingml/2006/main" name="Office Theme">
  <a:themeElements>
    <a:clrScheme name="">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emplate/>
  <TotalTime>0</TotalTime>
  <Words>61</Words>
  <Application/>
  <PresentationFormat>自定义</PresentationFormat>
  <Paragraphs>34</Paragraphs>
  <Slides>1</Slides>
  <Notes>0</Notes>
  <HiddenSlides>0</HiddenSlides>
  <MMClips>0</MMClips>
  <ScaleCrop>false</ScaleCrop>
  <Manager/>
  <Company/>
  <LinksUpToDate>false</LinksUpToDate>
  <SharedDoc>false</SharedDoc>
  <HyperlinkBase/>
  <HyperlinksChanged>false</HyperlinksChanged>
  <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演示文稿</dc:title>
  <dc:subject/>
  <dc:creator/>
  <cp:keywords/>
  <dc:description/>
  <cp:lastModifiedBy/>
  <cp:category/>
</cp:coreProperties>
</file>